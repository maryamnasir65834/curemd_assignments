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84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E6225D-4A69-4F52-B982-80504DAAFBC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81316-978C-4BEC-8858-B262B3693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32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8589" y="273882"/>
            <a:ext cx="5172075" cy="7137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93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85"/>
            <a:ext cx="9377680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30390" y="1727283"/>
            <a:ext cx="8255634" cy="3194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502023" y="8207389"/>
            <a:ext cx="6741159" cy="37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hyperlink" Target="https://spacy.io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792480" marR="722630" algn="ctr">
              <a:lnSpc>
                <a:spcPts val="6770"/>
              </a:lnSpc>
              <a:spcBef>
                <a:spcPts val="1130"/>
              </a:spcBef>
            </a:pPr>
            <a:r>
              <a:rPr spc="-320" dirty="0"/>
              <a:t>Natural</a:t>
            </a:r>
            <a:r>
              <a:rPr spc="-310" dirty="0"/>
              <a:t> </a:t>
            </a:r>
            <a:r>
              <a:rPr spc="-325" dirty="0"/>
              <a:t>Language </a:t>
            </a:r>
            <a:r>
              <a:rPr spc="-355" dirty="0"/>
              <a:t>Processing</a:t>
            </a:r>
            <a:r>
              <a:rPr spc="-300" dirty="0"/>
              <a:t> </a:t>
            </a:r>
            <a:r>
              <a:rPr spc="-600" dirty="0"/>
              <a:t>(NLP) </a:t>
            </a:r>
            <a:r>
              <a:rPr spc="-270" dirty="0"/>
              <a:t>basics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1708785" algn="l"/>
                <a:tab pos="3754120" algn="l"/>
                <a:tab pos="6116955" algn="l"/>
                <a:tab pos="7137400" algn="l"/>
              </a:tabLst>
            </a:pP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65" dirty="0"/>
              <a:t>AT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50" dirty="0"/>
              <a:t>L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80" dirty="0"/>
              <a:t>G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55" dirty="0"/>
              <a:t> </a:t>
            </a:r>
            <a:r>
              <a:rPr sz="2250" spc="210" dirty="0"/>
              <a:t>AG</a:t>
            </a:r>
            <a:r>
              <a:rPr sz="2250" spc="-335" dirty="0"/>
              <a:t> </a:t>
            </a:r>
            <a:r>
              <a:rPr sz="2250" spc="-50" dirty="0"/>
              <a:t>E</a:t>
            </a:r>
            <a:r>
              <a:rPr sz="2250" dirty="0"/>
              <a:t>	</a:t>
            </a:r>
            <a:r>
              <a:rPr sz="2250" spc="-95" dirty="0"/>
              <a:t>P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204" dirty="0"/>
              <a:t>PAC</a:t>
            </a:r>
            <a:r>
              <a:rPr sz="2250" spc="-335" dirty="0"/>
              <a:t> </a:t>
            </a:r>
            <a:r>
              <a:rPr sz="2250" spc="-50" dirty="0"/>
              <a:t>Y</a:t>
            </a:r>
            <a:endParaRPr sz="2250"/>
          </a:p>
        </p:txBody>
      </p:sp>
      <p:grpSp>
        <p:nvGrpSpPr>
          <p:cNvPr id="3" name="object 3"/>
          <p:cNvGrpSpPr/>
          <p:nvPr/>
        </p:nvGrpSpPr>
        <p:grpSpPr>
          <a:xfrm>
            <a:off x="7287459" y="5404183"/>
            <a:ext cx="982980" cy="982980"/>
            <a:chOff x="7287459" y="5404183"/>
            <a:chExt cx="982980" cy="982980"/>
          </a:xfrm>
        </p:grpSpPr>
        <p:sp>
          <p:nvSpPr>
            <p:cNvPr id="4" name="object 4"/>
            <p:cNvSpPr/>
            <p:nvPr/>
          </p:nvSpPr>
          <p:spPr>
            <a:xfrm>
              <a:off x="7287459" y="5404183"/>
              <a:ext cx="982980" cy="982980"/>
            </a:xfrm>
            <a:custGeom>
              <a:avLst/>
              <a:gdLst/>
              <a:ahLst/>
              <a:cxnLst/>
              <a:rect l="l" t="t" r="r" b="b"/>
              <a:pathLst>
                <a:path w="982979" h="982979">
                  <a:moveTo>
                    <a:pt x="491289" y="982578"/>
                  </a:moveTo>
                  <a:lnTo>
                    <a:pt x="443134" y="980213"/>
                  </a:lnTo>
                  <a:lnTo>
                    <a:pt x="395443" y="973138"/>
                  </a:lnTo>
                  <a:lnTo>
                    <a:pt x="348675" y="961423"/>
                  </a:lnTo>
                  <a:lnTo>
                    <a:pt x="303281" y="945181"/>
                  </a:lnTo>
                  <a:lnTo>
                    <a:pt x="259697" y="924568"/>
                  </a:lnTo>
                  <a:lnTo>
                    <a:pt x="218343" y="899781"/>
                  </a:lnTo>
                  <a:lnTo>
                    <a:pt x="179618" y="871061"/>
                  </a:lnTo>
                  <a:lnTo>
                    <a:pt x="143895" y="838683"/>
                  </a:lnTo>
                  <a:lnTo>
                    <a:pt x="111517" y="802960"/>
                  </a:lnTo>
                  <a:lnTo>
                    <a:pt x="82797" y="764235"/>
                  </a:lnTo>
                  <a:lnTo>
                    <a:pt x="58010" y="722881"/>
                  </a:lnTo>
                  <a:lnTo>
                    <a:pt x="37397" y="679297"/>
                  </a:lnTo>
                  <a:lnTo>
                    <a:pt x="21154" y="633903"/>
                  </a:lnTo>
                  <a:lnTo>
                    <a:pt x="9439" y="587135"/>
                  </a:lnTo>
                  <a:lnTo>
                    <a:pt x="2365" y="539444"/>
                  </a:lnTo>
                  <a:lnTo>
                    <a:pt x="0" y="491289"/>
                  </a:lnTo>
                  <a:lnTo>
                    <a:pt x="591" y="467182"/>
                  </a:lnTo>
                  <a:lnTo>
                    <a:pt x="5317" y="419202"/>
                  </a:lnTo>
                  <a:lnTo>
                    <a:pt x="14722" y="371915"/>
                  </a:lnTo>
                  <a:lnTo>
                    <a:pt x="28718" y="325778"/>
                  </a:lnTo>
                  <a:lnTo>
                    <a:pt x="47168" y="281235"/>
                  </a:lnTo>
                  <a:lnTo>
                    <a:pt x="69896" y="238716"/>
                  </a:lnTo>
                  <a:lnTo>
                    <a:pt x="96681" y="198628"/>
                  </a:lnTo>
                  <a:lnTo>
                    <a:pt x="127267" y="161359"/>
                  </a:lnTo>
                  <a:lnTo>
                    <a:pt x="161359" y="127267"/>
                  </a:lnTo>
                  <a:lnTo>
                    <a:pt x="198628" y="96681"/>
                  </a:lnTo>
                  <a:lnTo>
                    <a:pt x="238716" y="69896"/>
                  </a:lnTo>
                  <a:lnTo>
                    <a:pt x="281235" y="47168"/>
                  </a:lnTo>
                  <a:lnTo>
                    <a:pt x="325778" y="28718"/>
                  </a:lnTo>
                  <a:lnTo>
                    <a:pt x="371915" y="14722"/>
                  </a:lnTo>
                  <a:lnTo>
                    <a:pt x="419202" y="5317"/>
                  </a:lnTo>
                  <a:lnTo>
                    <a:pt x="467182" y="591"/>
                  </a:lnTo>
                  <a:lnTo>
                    <a:pt x="491289" y="0"/>
                  </a:lnTo>
                  <a:lnTo>
                    <a:pt x="515395" y="591"/>
                  </a:lnTo>
                  <a:lnTo>
                    <a:pt x="563376" y="5317"/>
                  </a:lnTo>
                  <a:lnTo>
                    <a:pt x="610663" y="14722"/>
                  </a:lnTo>
                  <a:lnTo>
                    <a:pt x="656799" y="28718"/>
                  </a:lnTo>
                  <a:lnTo>
                    <a:pt x="701342" y="47168"/>
                  </a:lnTo>
                  <a:lnTo>
                    <a:pt x="743862" y="69896"/>
                  </a:lnTo>
                  <a:lnTo>
                    <a:pt x="783950" y="96681"/>
                  </a:lnTo>
                  <a:lnTo>
                    <a:pt x="821219" y="127267"/>
                  </a:lnTo>
                  <a:lnTo>
                    <a:pt x="855311" y="161359"/>
                  </a:lnTo>
                  <a:lnTo>
                    <a:pt x="885896" y="198628"/>
                  </a:lnTo>
                  <a:lnTo>
                    <a:pt x="912682" y="238716"/>
                  </a:lnTo>
                  <a:lnTo>
                    <a:pt x="935410" y="281235"/>
                  </a:lnTo>
                  <a:lnTo>
                    <a:pt x="953860" y="325778"/>
                  </a:lnTo>
                  <a:lnTo>
                    <a:pt x="967855" y="371915"/>
                  </a:lnTo>
                  <a:lnTo>
                    <a:pt x="977261" y="419202"/>
                  </a:lnTo>
                  <a:lnTo>
                    <a:pt x="981987" y="467182"/>
                  </a:lnTo>
                  <a:lnTo>
                    <a:pt x="982578" y="491289"/>
                  </a:lnTo>
                  <a:lnTo>
                    <a:pt x="981987" y="515395"/>
                  </a:lnTo>
                  <a:lnTo>
                    <a:pt x="977261" y="563376"/>
                  </a:lnTo>
                  <a:lnTo>
                    <a:pt x="967855" y="610663"/>
                  </a:lnTo>
                  <a:lnTo>
                    <a:pt x="953860" y="656799"/>
                  </a:lnTo>
                  <a:lnTo>
                    <a:pt x="935410" y="701342"/>
                  </a:lnTo>
                  <a:lnTo>
                    <a:pt x="912682" y="743862"/>
                  </a:lnTo>
                  <a:lnTo>
                    <a:pt x="885897" y="783950"/>
                  </a:lnTo>
                  <a:lnTo>
                    <a:pt x="855311" y="821219"/>
                  </a:lnTo>
                  <a:lnTo>
                    <a:pt x="821219" y="855311"/>
                  </a:lnTo>
                  <a:lnTo>
                    <a:pt x="783950" y="885896"/>
                  </a:lnTo>
                  <a:lnTo>
                    <a:pt x="743862" y="912682"/>
                  </a:lnTo>
                  <a:lnTo>
                    <a:pt x="701342" y="935410"/>
                  </a:lnTo>
                  <a:lnTo>
                    <a:pt x="656799" y="953860"/>
                  </a:lnTo>
                  <a:lnTo>
                    <a:pt x="610663" y="967855"/>
                  </a:lnTo>
                  <a:lnTo>
                    <a:pt x="563376" y="977261"/>
                  </a:lnTo>
                  <a:lnTo>
                    <a:pt x="515395" y="981987"/>
                  </a:lnTo>
                  <a:lnTo>
                    <a:pt x="491289" y="982578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22163" y="563883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5" h="513714">
                  <a:moveTo>
                    <a:pt x="117428" y="381294"/>
                  </a:moveTo>
                  <a:lnTo>
                    <a:pt x="74714" y="381294"/>
                  </a:lnTo>
                  <a:lnTo>
                    <a:pt x="50407" y="376670"/>
                  </a:lnTo>
                  <a:lnTo>
                    <a:pt x="17654" y="344031"/>
                  </a:lnTo>
                  <a:lnTo>
                    <a:pt x="2057" y="285327"/>
                  </a:lnTo>
                  <a:lnTo>
                    <a:pt x="0" y="254879"/>
                  </a:lnTo>
                  <a:lnTo>
                    <a:pt x="2201" y="226301"/>
                  </a:lnTo>
                  <a:lnTo>
                    <a:pt x="19909" y="166879"/>
                  </a:lnTo>
                  <a:lnTo>
                    <a:pt x="60328" y="135494"/>
                  </a:lnTo>
                  <a:lnTo>
                    <a:pt x="86296" y="131497"/>
                  </a:lnTo>
                  <a:lnTo>
                    <a:pt x="257156" y="131497"/>
                  </a:lnTo>
                  <a:lnTo>
                    <a:pt x="257156" y="115867"/>
                  </a:lnTo>
                  <a:lnTo>
                    <a:pt x="132921" y="115867"/>
                  </a:lnTo>
                  <a:lnTo>
                    <a:pt x="132921" y="68973"/>
                  </a:lnTo>
                  <a:lnTo>
                    <a:pt x="144264" y="27132"/>
                  </a:lnTo>
                  <a:lnTo>
                    <a:pt x="195043" y="5018"/>
                  </a:lnTo>
                  <a:lnTo>
                    <a:pt x="238677" y="386"/>
                  </a:lnTo>
                  <a:lnTo>
                    <a:pt x="254403" y="0"/>
                  </a:lnTo>
                  <a:lnTo>
                    <a:pt x="270474" y="246"/>
                  </a:lnTo>
                  <a:lnTo>
                    <a:pt x="319126" y="5018"/>
                  </a:lnTo>
                  <a:lnTo>
                    <a:pt x="362826" y="26581"/>
                  </a:lnTo>
                  <a:lnTo>
                    <a:pt x="375075" y="43991"/>
                  </a:lnTo>
                  <a:lnTo>
                    <a:pt x="186925" y="43991"/>
                  </a:lnTo>
                  <a:lnTo>
                    <a:pt x="176932" y="46017"/>
                  </a:lnTo>
                  <a:lnTo>
                    <a:pt x="168775" y="51538"/>
                  </a:lnTo>
                  <a:lnTo>
                    <a:pt x="163276" y="59722"/>
                  </a:lnTo>
                  <a:lnTo>
                    <a:pt x="161260" y="69732"/>
                  </a:lnTo>
                  <a:lnTo>
                    <a:pt x="163276" y="79698"/>
                  </a:lnTo>
                  <a:lnTo>
                    <a:pt x="168775" y="87831"/>
                  </a:lnTo>
                  <a:lnTo>
                    <a:pt x="176932" y="93311"/>
                  </a:lnTo>
                  <a:lnTo>
                    <a:pt x="186925" y="95320"/>
                  </a:lnTo>
                  <a:lnTo>
                    <a:pt x="381241" y="95320"/>
                  </a:lnTo>
                  <a:lnTo>
                    <a:pt x="381241" y="186127"/>
                  </a:lnTo>
                  <a:lnTo>
                    <a:pt x="376393" y="210390"/>
                  </a:lnTo>
                  <a:lnTo>
                    <a:pt x="363136" y="230271"/>
                  </a:lnTo>
                  <a:lnTo>
                    <a:pt x="343404" y="243709"/>
                  </a:lnTo>
                  <a:lnTo>
                    <a:pt x="319126" y="248647"/>
                  </a:lnTo>
                  <a:lnTo>
                    <a:pt x="195036" y="248647"/>
                  </a:lnTo>
                  <a:lnTo>
                    <a:pt x="165136" y="254879"/>
                  </a:lnTo>
                  <a:lnTo>
                    <a:pt x="140433" y="271635"/>
                  </a:lnTo>
                  <a:lnTo>
                    <a:pt x="123630" y="296005"/>
                  </a:lnTo>
                  <a:lnTo>
                    <a:pt x="117428" y="325078"/>
                  </a:lnTo>
                  <a:lnTo>
                    <a:pt x="117428" y="381294"/>
                  </a:lnTo>
                  <a:close/>
                </a:path>
                <a:path w="513715" h="513714">
                  <a:moveTo>
                    <a:pt x="381241" y="95320"/>
                  </a:moveTo>
                  <a:lnTo>
                    <a:pt x="186925" y="95320"/>
                  </a:lnTo>
                  <a:lnTo>
                    <a:pt x="196894" y="93311"/>
                  </a:lnTo>
                  <a:lnTo>
                    <a:pt x="205054" y="87831"/>
                  </a:lnTo>
                  <a:lnTo>
                    <a:pt x="210565" y="79698"/>
                  </a:lnTo>
                  <a:lnTo>
                    <a:pt x="212589" y="69732"/>
                  </a:lnTo>
                  <a:lnTo>
                    <a:pt x="210565" y="59722"/>
                  </a:lnTo>
                  <a:lnTo>
                    <a:pt x="205054" y="51538"/>
                  </a:lnTo>
                  <a:lnTo>
                    <a:pt x="196894" y="46017"/>
                  </a:lnTo>
                  <a:lnTo>
                    <a:pt x="186925" y="43991"/>
                  </a:lnTo>
                  <a:lnTo>
                    <a:pt x="375075" y="43991"/>
                  </a:lnTo>
                  <a:lnTo>
                    <a:pt x="376276" y="45698"/>
                  </a:lnTo>
                  <a:lnTo>
                    <a:pt x="381241" y="68973"/>
                  </a:lnTo>
                  <a:lnTo>
                    <a:pt x="381241" y="95320"/>
                  </a:lnTo>
                  <a:close/>
                </a:path>
                <a:path w="513715" h="513714">
                  <a:moveTo>
                    <a:pt x="252945" y="513267"/>
                  </a:moveTo>
                  <a:lnTo>
                    <a:pt x="193919" y="503970"/>
                  </a:lnTo>
                  <a:lnTo>
                    <a:pt x="150634" y="481799"/>
                  </a:lnTo>
                  <a:lnTo>
                    <a:pt x="131930" y="441929"/>
                  </a:lnTo>
                  <a:lnTo>
                    <a:pt x="132050" y="325078"/>
                  </a:lnTo>
                  <a:lnTo>
                    <a:pt x="136845" y="301852"/>
                  </a:lnTo>
                  <a:lnTo>
                    <a:pt x="150204" y="282092"/>
                  </a:lnTo>
                  <a:lnTo>
                    <a:pt x="169923" y="268604"/>
                  </a:lnTo>
                  <a:lnTo>
                    <a:pt x="193919" y="263613"/>
                  </a:lnTo>
                  <a:lnTo>
                    <a:pt x="317758" y="263613"/>
                  </a:lnTo>
                  <a:lnTo>
                    <a:pt x="347268" y="257429"/>
                  </a:lnTo>
                  <a:lnTo>
                    <a:pt x="371956" y="240672"/>
                  </a:lnTo>
                  <a:lnTo>
                    <a:pt x="388908" y="216032"/>
                  </a:lnTo>
                  <a:lnTo>
                    <a:pt x="395207" y="186127"/>
                  </a:lnTo>
                  <a:lnTo>
                    <a:pt x="395207" y="131983"/>
                  </a:lnTo>
                  <a:lnTo>
                    <a:pt x="441734" y="131983"/>
                  </a:lnTo>
                  <a:lnTo>
                    <a:pt x="482921" y="149689"/>
                  </a:lnTo>
                  <a:lnTo>
                    <a:pt x="503721" y="193873"/>
                  </a:lnTo>
                  <a:lnTo>
                    <a:pt x="513228" y="259988"/>
                  </a:lnTo>
                  <a:lnTo>
                    <a:pt x="510929" y="289354"/>
                  </a:lnTo>
                  <a:lnTo>
                    <a:pt x="493822" y="343327"/>
                  </a:lnTo>
                  <a:lnTo>
                    <a:pt x="464860" y="375435"/>
                  </a:lnTo>
                  <a:lnTo>
                    <a:pt x="441734" y="379882"/>
                  </a:lnTo>
                  <a:lnTo>
                    <a:pt x="255912" y="379882"/>
                  </a:lnTo>
                  <a:lnTo>
                    <a:pt x="255912" y="395391"/>
                  </a:lnTo>
                  <a:lnTo>
                    <a:pt x="379746" y="395391"/>
                  </a:lnTo>
                  <a:lnTo>
                    <a:pt x="379746" y="417958"/>
                  </a:lnTo>
                  <a:lnTo>
                    <a:pt x="311579" y="417958"/>
                  </a:lnTo>
                  <a:lnTo>
                    <a:pt x="301609" y="419965"/>
                  </a:lnTo>
                  <a:lnTo>
                    <a:pt x="293449" y="425443"/>
                  </a:lnTo>
                  <a:lnTo>
                    <a:pt x="287939" y="433574"/>
                  </a:lnTo>
                  <a:lnTo>
                    <a:pt x="285916" y="443539"/>
                  </a:lnTo>
                  <a:lnTo>
                    <a:pt x="287939" y="453551"/>
                  </a:lnTo>
                  <a:lnTo>
                    <a:pt x="293450" y="461736"/>
                  </a:lnTo>
                  <a:lnTo>
                    <a:pt x="301610" y="467260"/>
                  </a:lnTo>
                  <a:lnTo>
                    <a:pt x="311579" y="469286"/>
                  </a:lnTo>
                  <a:lnTo>
                    <a:pt x="371227" y="469286"/>
                  </a:lnTo>
                  <a:lnTo>
                    <a:pt x="360456" y="482826"/>
                  </a:lnTo>
                  <a:lnTo>
                    <a:pt x="340610" y="495478"/>
                  </a:lnTo>
                  <a:lnTo>
                    <a:pt x="317757" y="503970"/>
                  </a:lnTo>
                  <a:lnTo>
                    <a:pt x="284115" y="511232"/>
                  </a:lnTo>
                  <a:lnTo>
                    <a:pt x="252945" y="513267"/>
                  </a:lnTo>
                  <a:close/>
                </a:path>
                <a:path w="513715" h="513714">
                  <a:moveTo>
                    <a:pt x="371227" y="469286"/>
                  </a:moveTo>
                  <a:lnTo>
                    <a:pt x="311579" y="469286"/>
                  </a:lnTo>
                  <a:lnTo>
                    <a:pt x="321571" y="467260"/>
                  </a:lnTo>
                  <a:lnTo>
                    <a:pt x="329729" y="461736"/>
                  </a:lnTo>
                  <a:lnTo>
                    <a:pt x="335228" y="453551"/>
                  </a:lnTo>
                  <a:lnTo>
                    <a:pt x="337245" y="443539"/>
                  </a:lnTo>
                  <a:lnTo>
                    <a:pt x="335228" y="433574"/>
                  </a:lnTo>
                  <a:lnTo>
                    <a:pt x="329729" y="425443"/>
                  </a:lnTo>
                  <a:lnTo>
                    <a:pt x="321571" y="419965"/>
                  </a:lnTo>
                  <a:lnTo>
                    <a:pt x="311579" y="417958"/>
                  </a:lnTo>
                  <a:lnTo>
                    <a:pt x="379746" y="417958"/>
                  </a:lnTo>
                  <a:lnTo>
                    <a:pt x="379746" y="441929"/>
                  </a:lnTo>
                  <a:lnTo>
                    <a:pt x="374449" y="465235"/>
                  </a:lnTo>
                  <a:lnTo>
                    <a:pt x="371227" y="469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14826" y="6185734"/>
            <a:ext cx="315341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-20" dirty="0" err="1">
                <a:solidFill>
                  <a:srgbClr val="FFFFFF"/>
                </a:solidFill>
                <a:latin typeface="Tahoma"/>
                <a:cs typeface="Tahoma"/>
              </a:rPr>
              <a:t>Azadeh</a:t>
            </a:r>
            <a:r>
              <a:rPr sz="2550" b="1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10" dirty="0" err="1" smtClean="0">
                <a:solidFill>
                  <a:srgbClr val="FFFFFF"/>
                </a:solidFill>
                <a:latin typeface="Tahoma"/>
                <a:cs typeface="Tahoma"/>
              </a:rPr>
              <a:t>Mobaher</a:t>
            </a:r>
            <a:endParaRPr sz="25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00" dirty="0">
                <a:solidFill>
                  <a:srgbClr val="FFFFFF"/>
                </a:solidFill>
                <a:latin typeface="Tahoma"/>
                <a:cs typeface="Tahoma"/>
              </a:rPr>
              <a:t>Principal</a:t>
            </a:r>
            <a:r>
              <a:rPr sz="225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135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225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Tahoma"/>
                <a:cs typeface="Tahoma"/>
              </a:rPr>
              <a:t>Scientist</a:t>
            </a:r>
            <a:endParaRPr sz="225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5" dirty="0"/>
              <a:t>Natural</a:t>
            </a:r>
            <a:r>
              <a:rPr spc="-105" dirty="0"/>
              <a:t> </a:t>
            </a:r>
            <a:r>
              <a:rPr spc="-200" dirty="0"/>
              <a:t>Language</a:t>
            </a:r>
            <a:r>
              <a:rPr spc="-105" dirty="0"/>
              <a:t> </a:t>
            </a:r>
            <a:r>
              <a:rPr spc="-220" dirty="0"/>
              <a:t>Processing</a:t>
            </a:r>
            <a:r>
              <a:rPr spc="-105" dirty="0"/>
              <a:t> </a:t>
            </a:r>
            <a:r>
              <a:rPr spc="-390" dirty="0"/>
              <a:t>(NLP)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0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993397"/>
            <a:ext cx="6319520" cy="3857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254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9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subfield</a:t>
            </a:r>
            <a:r>
              <a:rPr sz="2550" spc="-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25" dirty="0">
                <a:solidFill>
                  <a:srgbClr val="04182D"/>
                </a:solidFill>
                <a:latin typeface="Tahoma"/>
                <a:cs typeface="Tahoma"/>
              </a:rPr>
              <a:t>Artificial</a:t>
            </a:r>
            <a:r>
              <a:rPr sz="2550" b="1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100" dirty="0">
                <a:solidFill>
                  <a:srgbClr val="04182D"/>
                </a:solidFill>
                <a:latin typeface="Tahoma"/>
                <a:cs typeface="Tahoma"/>
              </a:rPr>
              <a:t>Intelligence</a:t>
            </a:r>
            <a:r>
              <a:rPr sz="2550" b="1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290" dirty="0">
                <a:solidFill>
                  <a:srgbClr val="04182D"/>
                </a:solidFill>
                <a:latin typeface="Tahoma"/>
                <a:cs typeface="Tahoma"/>
              </a:rPr>
              <a:t>(AI)</a:t>
            </a:r>
            <a:endParaRPr sz="2550">
              <a:latin typeface="Tahoma"/>
              <a:cs typeface="Tahoma"/>
            </a:endParaRPr>
          </a:p>
          <a:p>
            <a:pPr marL="12700" marR="319405">
              <a:lnSpc>
                <a:spcPct val="126400"/>
              </a:lnSpc>
              <a:spcBef>
                <a:spcPts val="1295"/>
              </a:spcBef>
            </a:pP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Helps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computers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understand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60" dirty="0">
                <a:solidFill>
                  <a:srgbClr val="04182D"/>
                </a:solidFill>
                <a:latin typeface="Tahoma"/>
                <a:cs typeface="Tahoma"/>
              </a:rPr>
              <a:t>human 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language</a:t>
            </a:r>
            <a:endParaRPr sz="2550">
              <a:latin typeface="Tahoma"/>
              <a:cs typeface="Tahoma"/>
            </a:endParaRPr>
          </a:p>
          <a:p>
            <a:pPr marL="12700" marR="128270">
              <a:lnSpc>
                <a:spcPct val="126400"/>
              </a:lnSpc>
              <a:spcBef>
                <a:spcPts val="1290"/>
              </a:spcBef>
            </a:pP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Helps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extract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insights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from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unstructured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ct val="126400"/>
              </a:lnSpc>
              <a:spcBef>
                <a:spcPts val="1290"/>
              </a:spcBef>
            </a:pP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Incorporates</a:t>
            </a:r>
            <a:r>
              <a:rPr sz="2550" spc="-114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75" dirty="0">
                <a:solidFill>
                  <a:srgbClr val="04182D"/>
                </a:solidFill>
                <a:latin typeface="Tahoma"/>
                <a:cs typeface="Tahoma"/>
              </a:rPr>
              <a:t>statistics</a:t>
            </a:r>
            <a:r>
              <a:rPr sz="2550"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550" spc="-114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35" dirty="0">
                <a:solidFill>
                  <a:srgbClr val="04182D"/>
                </a:solidFill>
                <a:latin typeface="Tahoma"/>
                <a:cs typeface="Tahoma"/>
              </a:rPr>
              <a:t>machine</a:t>
            </a:r>
            <a:r>
              <a:rPr sz="2550" b="1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50" dirty="0">
                <a:solidFill>
                  <a:srgbClr val="04182D"/>
                </a:solidFill>
                <a:latin typeface="Tahoma"/>
                <a:cs typeface="Tahoma"/>
              </a:rPr>
              <a:t>learning </a:t>
            </a:r>
            <a:r>
              <a:rPr sz="2550" b="1" spc="-70" dirty="0">
                <a:solidFill>
                  <a:srgbClr val="04182D"/>
                </a:solidFill>
                <a:latin typeface="Tahoma"/>
                <a:cs typeface="Tahoma"/>
              </a:rPr>
              <a:t>models</a:t>
            </a:r>
            <a:r>
              <a:rPr sz="2550" b="1" spc="-8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1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dirty="0">
                <a:solidFill>
                  <a:srgbClr val="04182D"/>
                </a:solidFill>
                <a:latin typeface="Tahoma"/>
                <a:cs typeface="Tahoma"/>
              </a:rPr>
              <a:t>deep</a:t>
            </a:r>
            <a:r>
              <a:rPr sz="2550" b="1" spc="-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55" dirty="0">
                <a:solidFill>
                  <a:srgbClr val="04182D"/>
                </a:solidFill>
                <a:latin typeface="Tahoma"/>
                <a:cs typeface="Tahoma"/>
              </a:rPr>
              <a:t>learning</a:t>
            </a:r>
            <a:r>
              <a:rPr sz="2550" b="1" spc="-7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models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24913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3971255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5117597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286" y="1985627"/>
            <a:ext cx="4677238" cy="462630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4"/>
            <a:ext cx="3808729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0" dirty="0"/>
              <a:t>NLP</a:t>
            </a:r>
            <a:r>
              <a:rPr spc="-155" dirty="0"/>
              <a:t> </a:t>
            </a:r>
            <a:r>
              <a:rPr spc="-245" dirty="0"/>
              <a:t>use</a:t>
            </a:r>
            <a:r>
              <a:rPr spc="-155" dirty="0"/>
              <a:t> </a:t>
            </a:r>
            <a:r>
              <a:rPr spc="-75" dirty="0"/>
              <a:t>cases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0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8589" y="1174581"/>
            <a:ext cx="13063219" cy="12376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105" dirty="0">
                <a:solidFill>
                  <a:srgbClr val="04182D"/>
                </a:solidFill>
                <a:latin typeface="Tahoma"/>
                <a:cs typeface="Tahoma"/>
              </a:rPr>
              <a:t>Sentiment</a:t>
            </a:r>
            <a:r>
              <a:rPr sz="2550" b="1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analysis</a:t>
            </a: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</a:pP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Use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computers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determine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underlying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subjective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tone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piece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writing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8084" y="3459494"/>
            <a:ext cx="8708228" cy="31813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3808729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0" dirty="0"/>
              <a:t>NLP</a:t>
            </a:r>
            <a:r>
              <a:rPr spc="-155" dirty="0"/>
              <a:t> </a:t>
            </a:r>
            <a:r>
              <a:rPr spc="-245" dirty="0"/>
              <a:t>use</a:t>
            </a:r>
            <a:r>
              <a:rPr spc="-155" dirty="0"/>
              <a:t> </a:t>
            </a:r>
            <a:r>
              <a:rPr spc="-75" dirty="0"/>
              <a:t>cases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8589" y="1174582"/>
            <a:ext cx="13895069" cy="2383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dirty="0">
                <a:solidFill>
                  <a:srgbClr val="04182D"/>
                </a:solidFill>
                <a:latin typeface="Tahoma"/>
                <a:cs typeface="Tahoma"/>
              </a:rPr>
              <a:t>Named</a:t>
            </a:r>
            <a:r>
              <a:rPr sz="2550" b="1" spc="-1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55" dirty="0">
                <a:solidFill>
                  <a:srgbClr val="04182D"/>
                </a:solidFill>
                <a:latin typeface="Tahoma"/>
                <a:cs typeface="Tahoma"/>
              </a:rPr>
              <a:t>entity</a:t>
            </a:r>
            <a:r>
              <a:rPr sz="2550" b="1" spc="-1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60" dirty="0">
                <a:solidFill>
                  <a:srgbClr val="04182D"/>
                </a:solidFill>
                <a:latin typeface="Tahoma"/>
                <a:cs typeface="Tahoma"/>
              </a:rPr>
              <a:t>recognition</a:t>
            </a:r>
            <a:r>
              <a:rPr sz="2550" b="1" spc="-1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(NER)</a:t>
            </a:r>
            <a:endParaRPr sz="2550">
              <a:latin typeface="Tahoma"/>
              <a:cs typeface="Tahoma"/>
            </a:endParaRPr>
          </a:p>
          <a:p>
            <a:pPr marL="381000" marR="5080">
              <a:lnSpc>
                <a:spcPct val="126400"/>
              </a:lnSpc>
              <a:spcBef>
                <a:spcPts val="2580"/>
              </a:spcBef>
            </a:pP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Locating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classifying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named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entities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mentioned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in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unstructured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text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into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pre-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defined categories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100"/>
              </a:spcBef>
            </a:pPr>
            <a:r>
              <a:rPr sz="2550" b="1" dirty="0">
                <a:solidFill>
                  <a:srgbClr val="04182D"/>
                </a:solidFill>
                <a:latin typeface="Tahoma"/>
                <a:cs typeface="Tahoma"/>
              </a:rPr>
              <a:t>Named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90" dirty="0">
                <a:solidFill>
                  <a:srgbClr val="04182D"/>
                </a:solidFill>
                <a:latin typeface="Tahoma"/>
                <a:cs typeface="Tahoma"/>
              </a:rPr>
              <a:t>entities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are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real-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world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objects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such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as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person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or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location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1621" y="4605838"/>
            <a:ext cx="10194255" cy="148575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8589" y="273882"/>
            <a:ext cx="3808729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0" b="1" spc="-210" dirty="0">
                <a:solidFill>
                  <a:srgbClr val="04182D"/>
                </a:solidFill>
                <a:latin typeface="Tahoma"/>
                <a:cs typeface="Tahoma"/>
              </a:rPr>
              <a:t>NLP</a:t>
            </a:r>
            <a:r>
              <a:rPr sz="4500" b="1" spc="-1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4500" b="1" spc="-245" dirty="0">
                <a:solidFill>
                  <a:srgbClr val="04182D"/>
                </a:solidFill>
                <a:latin typeface="Tahoma"/>
                <a:cs typeface="Tahoma"/>
              </a:rPr>
              <a:t>use</a:t>
            </a:r>
            <a:r>
              <a:rPr sz="4500" b="1" spc="-1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4500" b="1" spc="-75" dirty="0">
                <a:solidFill>
                  <a:srgbClr val="04182D"/>
                </a:solidFill>
                <a:latin typeface="Tahoma"/>
                <a:cs typeface="Tahoma"/>
              </a:rPr>
              <a:t>cases</a:t>
            </a:r>
            <a:endParaRPr sz="45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58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993395"/>
            <a:ext cx="970216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Generate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human-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like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responses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text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input,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such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as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ChatGPT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8417" y="3459493"/>
            <a:ext cx="4380663" cy="360278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15" dirty="0"/>
              <a:t>Introduction</a:t>
            </a:r>
            <a:r>
              <a:rPr spc="-135" dirty="0"/>
              <a:t> </a:t>
            </a:r>
            <a:r>
              <a:rPr spc="-215" dirty="0"/>
              <a:t>to</a:t>
            </a:r>
            <a:r>
              <a:rPr spc="-135" dirty="0"/>
              <a:t> </a:t>
            </a:r>
            <a:r>
              <a:rPr spc="-10" dirty="0"/>
              <a:t>spaCy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807493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4953834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5608887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8589" y="1076324"/>
            <a:ext cx="7142480" cy="52660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550" spc="215" dirty="0">
                <a:solidFill>
                  <a:srgbClr val="04182D"/>
                </a:solidFill>
                <a:latin typeface="Tahoma"/>
                <a:cs typeface="Tahoma"/>
              </a:rPr>
              <a:t>spaCy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45" dirty="0">
                <a:solidFill>
                  <a:srgbClr val="04182D"/>
                </a:solidFill>
                <a:latin typeface="Tahoma"/>
                <a:cs typeface="Tahoma"/>
              </a:rPr>
              <a:t>free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105" dirty="0">
                <a:solidFill>
                  <a:srgbClr val="04182D"/>
                </a:solidFill>
                <a:latin typeface="Tahoma"/>
                <a:cs typeface="Tahoma"/>
              </a:rPr>
              <a:t>open-</a:t>
            </a:r>
            <a:r>
              <a:rPr sz="2550" b="1" spc="-45" dirty="0">
                <a:solidFill>
                  <a:srgbClr val="04182D"/>
                </a:solidFill>
                <a:latin typeface="Tahoma"/>
                <a:cs typeface="Tahoma"/>
              </a:rPr>
              <a:t>source</a:t>
            </a:r>
            <a:r>
              <a:rPr sz="2550" b="1" spc="-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library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for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NLP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5" dirty="0">
                <a:solidFill>
                  <a:srgbClr val="04182D"/>
                </a:solidFill>
                <a:latin typeface="Tahoma"/>
                <a:cs typeface="Tahoma"/>
              </a:rPr>
              <a:t>in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550" b="1" spc="-70" dirty="0">
                <a:solidFill>
                  <a:srgbClr val="04182D"/>
                </a:solidFill>
                <a:latin typeface="Tahoma"/>
                <a:cs typeface="Tahoma"/>
              </a:rPr>
              <a:t>Python</a:t>
            </a:r>
            <a:r>
              <a:rPr sz="2550" b="1" spc="-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which:</a:t>
            </a:r>
            <a:endParaRPr sz="2550">
              <a:latin typeface="Tahoma"/>
              <a:cs typeface="Tahoma"/>
            </a:endParaRPr>
          </a:p>
          <a:p>
            <a:pPr marL="381000" marR="22860">
              <a:lnSpc>
                <a:spcPct val="126400"/>
              </a:lnSpc>
              <a:spcBef>
                <a:spcPts val="2580"/>
              </a:spcBef>
            </a:pPr>
            <a:r>
              <a:rPr sz="2550" spc="-8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designed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build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systems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for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80" dirty="0">
                <a:solidFill>
                  <a:srgbClr val="04182D"/>
                </a:solidFill>
                <a:latin typeface="Tahoma"/>
                <a:cs typeface="Tahoma"/>
              </a:rPr>
              <a:t>information 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extraction</a:t>
            </a:r>
            <a:endParaRPr sz="2550">
              <a:latin typeface="Tahoma"/>
              <a:cs typeface="Tahoma"/>
            </a:endParaRPr>
          </a:p>
          <a:p>
            <a:pPr marL="381000" marR="576580">
              <a:lnSpc>
                <a:spcPct val="126400"/>
              </a:lnSpc>
              <a:spcBef>
                <a:spcPts val="1290"/>
              </a:spcBef>
            </a:pP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Provides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95" dirty="0">
                <a:solidFill>
                  <a:srgbClr val="04182D"/>
                </a:solidFill>
                <a:latin typeface="Tahoma"/>
                <a:cs typeface="Tahoma"/>
              </a:rPr>
              <a:t>production-</a:t>
            </a:r>
            <a:r>
              <a:rPr sz="2550" b="1" dirty="0">
                <a:solidFill>
                  <a:srgbClr val="04182D"/>
                </a:solidFill>
                <a:latin typeface="Tahoma"/>
                <a:cs typeface="Tahoma"/>
              </a:rPr>
              <a:t>ready</a:t>
            </a:r>
            <a:r>
              <a:rPr sz="2550" b="1" spc="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65" dirty="0">
                <a:solidFill>
                  <a:srgbClr val="04182D"/>
                </a:solidFill>
                <a:latin typeface="Tahoma"/>
                <a:cs typeface="Tahoma"/>
              </a:rPr>
              <a:t>code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for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NLP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use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cases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Supports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285" dirty="0">
                <a:solidFill>
                  <a:srgbClr val="04182D"/>
                </a:solidFill>
                <a:latin typeface="Tahoma"/>
                <a:cs typeface="Tahoma"/>
              </a:rPr>
              <a:t>64+</a:t>
            </a:r>
            <a:r>
              <a:rPr sz="2550" b="1" spc="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languages</a:t>
            </a:r>
            <a:endParaRPr sz="2550">
              <a:latin typeface="Tahoma"/>
              <a:cs typeface="Tahoma"/>
            </a:endParaRPr>
          </a:p>
          <a:p>
            <a:pPr marL="381000" marR="712470">
              <a:lnSpc>
                <a:spcPct val="126400"/>
              </a:lnSpc>
              <a:spcBef>
                <a:spcPts val="1290"/>
              </a:spcBef>
            </a:pPr>
            <a:r>
              <a:rPr sz="2550" spc="-8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10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85" dirty="0">
                <a:solidFill>
                  <a:srgbClr val="04182D"/>
                </a:solidFill>
                <a:latin typeface="Tahoma"/>
                <a:cs typeface="Tahoma"/>
              </a:rPr>
              <a:t>robust</a:t>
            </a:r>
            <a:r>
              <a:rPr sz="2550" b="1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9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25" dirty="0">
                <a:solidFill>
                  <a:srgbClr val="04182D"/>
                </a:solidFill>
                <a:latin typeface="Tahoma"/>
                <a:cs typeface="Tahoma"/>
              </a:rPr>
              <a:t>fast</a:t>
            </a:r>
            <a:r>
              <a:rPr sz="2550" b="1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9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has</a:t>
            </a:r>
            <a:r>
              <a:rPr sz="2550" spc="-9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75" dirty="0">
                <a:solidFill>
                  <a:srgbClr val="04182D"/>
                </a:solidFill>
                <a:latin typeface="Tahoma"/>
                <a:cs typeface="Tahoma"/>
              </a:rPr>
              <a:t>visualization 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libraries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58976" y="1985628"/>
            <a:ext cx="5690768" cy="2681621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65" dirty="0"/>
              <a:t>Install</a:t>
            </a:r>
            <a:r>
              <a:rPr spc="-135" dirty="0"/>
              <a:t> </a:t>
            </a:r>
            <a:r>
              <a:rPr spc="-150" dirty="0"/>
              <a:t>and</a:t>
            </a:r>
            <a:r>
              <a:rPr spc="-130" dirty="0"/>
              <a:t> </a:t>
            </a:r>
            <a:r>
              <a:rPr spc="-235" dirty="0"/>
              <a:t>import</a:t>
            </a:r>
            <a:r>
              <a:rPr spc="-130" dirty="0"/>
              <a:t> </a:t>
            </a:r>
            <a:r>
              <a:rPr spc="-10" dirty="0"/>
              <a:t>spaCy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479966" y="2026568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4" h="429894">
                <a:moveTo>
                  <a:pt x="86513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2" y="0"/>
                </a:lnTo>
                <a:lnTo>
                  <a:pt x="909716" y="16786"/>
                </a:lnTo>
                <a:lnTo>
                  <a:pt x="937461" y="55513"/>
                </a:lnTo>
                <a:lnTo>
                  <a:pt x="941637" y="76505"/>
                </a:lnTo>
                <a:lnTo>
                  <a:pt x="941637" y="353372"/>
                </a:lnTo>
                <a:lnTo>
                  <a:pt x="924850" y="397957"/>
                </a:lnTo>
                <a:lnTo>
                  <a:pt x="886123" y="425702"/>
                </a:lnTo>
                <a:lnTo>
                  <a:pt x="870457" y="429353"/>
                </a:lnTo>
                <a:lnTo>
                  <a:pt x="86513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00697" y="3172910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5">
                <a:moveTo>
                  <a:pt x="865132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865132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2"/>
                </a:lnTo>
                <a:lnTo>
                  <a:pt x="924851" y="397957"/>
                </a:lnTo>
                <a:lnTo>
                  <a:pt x="886124" y="425702"/>
                </a:lnTo>
                <a:lnTo>
                  <a:pt x="870457" y="429353"/>
                </a:lnTo>
                <a:lnTo>
                  <a:pt x="865132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7056" y="1895140"/>
            <a:ext cx="6625590" cy="2809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20370">
              <a:lnSpc>
                <a:spcPct val="126400"/>
              </a:lnSpc>
              <a:spcBef>
                <a:spcPts val="95"/>
              </a:spcBef>
              <a:tabLst>
                <a:tab pos="2677160" algn="l"/>
              </a:tabLst>
            </a:pP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As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first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step,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r>
              <a:rPr sz="2250" spc="37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be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installed using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Python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70" dirty="0">
                <a:solidFill>
                  <a:srgbClr val="04182D"/>
                </a:solidFill>
                <a:latin typeface="Tahoma"/>
                <a:cs typeface="Tahoma"/>
              </a:rPr>
              <a:t>package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manager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pip</a:t>
            </a:r>
            <a:endParaRPr sz="2550">
              <a:latin typeface="Tahoma"/>
              <a:cs typeface="Tahoma"/>
            </a:endParaRPr>
          </a:p>
          <a:p>
            <a:pPr marL="93980">
              <a:lnSpc>
                <a:spcPct val="100000"/>
              </a:lnSpc>
              <a:spcBef>
                <a:spcPts val="2095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r>
              <a:rPr sz="2250" spc="38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trained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models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be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downloaded</a:t>
            </a:r>
            <a:endParaRPr sz="2550">
              <a:latin typeface="Tahoma"/>
              <a:cs typeface="Tahoma"/>
            </a:endParaRPr>
          </a:p>
          <a:p>
            <a:pPr marL="12700" marR="370840">
              <a:lnSpc>
                <a:spcPct val="126400"/>
              </a:lnSpc>
              <a:spcBef>
                <a:spcPts val="1290"/>
              </a:spcBef>
            </a:pP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Multiple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trained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models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available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5" dirty="0">
                <a:solidFill>
                  <a:srgbClr val="04182D"/>
                </a:solidFill>
                <a:latin typeface="Tahoma"/>
                <a:cs typeface="Tahoma"/>
              </a:rPr>
              <a:t>for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English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language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at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007BB5"/>
                </a:solidFill>
                <a:latin typeface="Tahoma"/>
                <a:cs typeface="Tahoma"/>
                <a:hlinkClick r:id="rId4"/>
              </a:rPr>
              <a:t>spacy.io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759" y="3971256"/>
            <a:ext cx="102352" cy="1023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942512" y="1985628"/>
            <a:ext cx="7124065" cy="716915"/>
          </a:xfrm>
          <a:custGeom>
            <a:avLst/>
            <a:gdLst/>
            <a:ahLst/>
            <a:cxnLst/>
            <a:rect l="l" t="t" r="r" b="b"/>
            <a:pathLst>
              <a:path w="7124065" h="716914">
                <a:moveTo>
                  <a:pt x="7047191" y="716463"/>
                </a:moveTo>
                <a:lnTo>
                  <a:pt x="76504" y="716463"/>
                </a:lnTo>
                <a:lnTo>
                  <a:pt x="71179" y="715939"/>
                </a:lnTo>
                <a:lnTo>
                  <a:pt x="31919" y="699676"/>
                </a:lnTo>
                <a:lnTo>
                  <a:pt x="4174" y="660949"/>
                </a:lnTo>
                <a:lnTo>
                  <a:pt x="0" y="639958"/>
                </a:lnTo>
                <a:lnTo>
                  <a:pt x="0" y="634582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19" y="55513"/>
                </a:lnTo>
                <a:lnTo>
                  <a:pt x="7123695" y="76505"/>
                </a:lnTo>
                <a:lnTo>
                  <a:pt x="7123695" y="639958"/>
                </a:lnTo>
                <a:lnTo>
                  <a:pt x="7106909" y="684543"/>
                </a:lnTo>
                <a:lnTo>
                  <a:pt x="7068181" y="712288"/>
                </a:lnTo>
                <a:lnTo>
                  <a:pt x="7052515" y="715939"/>
                </a:lnTo>
                <a:lnTo>
                  <a:pt x="7047191" y="716463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7942512" y="2947736"/>
            <a:ext cx="7124065" cy="1597025"/>
            <a:chOff x="7942512" y="2947736"/>
            <a:chExt cx="7124065" cy="1597025"/>
          </a:xfrm>
        </p:grpSpPr>
        <p:sp>
          <p:nvSpPr>
            <p:cNvPr id="11" name="object 11"/>
            <p:cNvSpPr/>
            <p:nvPr/>
          </p:nvSpPr>
          <p:spPr>
            <a:xfrm>
              <a:off x="7942512" y="2947736"/>
              <a:ext cx="7124065" cy="1597025"/>
            </a:xfrm>
            <a:custGeom>
              <a:avLst/>
              <a:gdLst/>
              <a:ahLst/>
              <a:cxnLst/>
              <a:rect l="l" t="t" r="r" b="b"/>
              <a:pathLst>
                <a:path w="7124065" h="1597025">
                  <a:moveTo>
                    <a:pt x="7047191" y="1596690"/>
                  </a:moveTo>
                  <a:lnTo>
                    <a:pt x="76504" y="1596690"/>
                  </a:lnTo>
                  <a:lnTo>
                    <a:pt x="71179" y="1596165"/>
                  </a:lnTo>
                  <a:lnTo>
                    <a:pt x="31919" y="1579903"/>
                  </a:lnTo>
                  <a:lnTo>
                    <a:pt x="4174" y="1541176"/>
                  </a:lnTo>
                  <a:lnTo>
                    <a:pt x="0" y="1520185"/>
                  </a:lnTo>
                  <a:lnTo>
                    <a:pt x="0" y="1514809"/>
                  </a:lnTo>
                  <a:lnTo>
                    <a:pt x="0" y="76505"/>
                  </a:lnTo>
                  <a:lnTo>
                    <a:pt x="16785" y="31919"/>
                  </a:lnTo>
                  <a:lnTo>
                    <a:pt x="55512" y="4174"/>
                  </a:lnTo>
                  <a:lnTo>
                    <a:pt x="76504" y="0"/>
                  </a:lnTo>
                  <a:lnTo>
                    <a:pt x="7047191" y="0"/>
                  </a:lnTo>
                  <a:lnTo>
                    <a:pt x="7091775" y="16786"/>
                  </a:lnTo>
                  <a:lnTo>
                    <a:pt x="7119519" y="55513"/>
                  </a:lnTo>
                  <a:lnTo>
                    <a:pt x="7123695" y="76505"/>
                  </a:lnTo>
                  <a:lnTo>
                    <a:pt x="7123695" y="1520185"/>
                  </a:lnTo>
                  <a:lnTo>
                    <a:pt x="7106909" y="1564769"/>
                  </a:lnTo>
                  <a:lnTo>
                    <a:pt x="7068181" y="1592514"/>
                  </a:lnTo>
                  <a:lnTo>
                    <a:pt x="7052515" y="1596165"/>
                  </a:lnTo>
                  <a:lnTo>
                    <a:pt x="7047191" y="1596690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10297" y="3640442"/>
              <a:ext cx="897890" cy="254635"/>
            </a:xfrm>
            <a:custGeom>
              <a:avLst/>
              <a:gdLst/>
              <a:ahLst/>
              <a:cxnLst/>
              <a:rect l="l" t="t" r="r" b="b"/>
              <a:pathLst>
                <a:path w="897890" h="254635">
                  <a:moveTo>
                    <a:pt x="73591" y="41623"/>
                  </a:moveTo>
                  <a:lnTo>
                    <a:pt x="55540" y="41623"/>
                  </a:lnTo>
                  <a:lnTo>
                    <a:pt x="50208" y="39755"/>
                  </a:lnTo>
                  <a:lnTo>
                    <a:pt x="46094" y="36019"/>
                  </a:lnTo>
                  <a:lnTo>
                    <a:pt x="42022" y="32240"/>
                  </a:lnTo>
                  <a:lnTo>
                    <a:pt x="39986" y="27245"/>
                  </a:lnTo>
                  <a:lnTo>
                    <a:pt x="39986" y="14861"/>
                  </a:lnTo>
                  <a:lnTo>
                    <a:pt x="42064" y="9823"/>
                  </a:lnTo>
                  <a:lnTo>
                    <a:pt x="50377" y="1973"/>
                  </a:lnTo>
                  <a:lnTo>
                    <a:pt x="55666" y="0"/>
                  </a:lnTo>
                  <a:lnTo>
                    <a:pt x="73675" y="0"/>
                  </a:lnTo>
                  <a:lnTo>
                    <a:pt x="78964" y="1973"/>
                  </a:lnTo>
                  <a:lnTo>
                    <a:pt x="87277" y="9823"/>
                  </a:lnTo>
                  <a:lnTo>
                    <a:pt x="89355" y="14861"/>
                  </a:lnTo>
                  <a:lnTo>
                    <a:pt x="89355" y="27245"/>
                  </a:lnTo>
                  <a:lnTo>
                    <a:pt x="87274" y="32240"/>
                  </a:lnTo>
                  <a:lnTo>
                    <a:pt x="78860" y="39755"/>
                  </a:lnTo>
                  <a:lnTo>
                    <a:pt x="73591" y="41623"/>
                  </a:lnTo>
                  <a:close/>
                </a:path>
                <a:path w="897890" h="254635">
                  <a:moveTo>
                    <a:pt x="84191" y="176128"/>
                  </a:moveTo>
                  <a:lnTo>
                    <a:pt x="50250" y="176128"/>
                  </a:lnTo>
                  <a:lnTo>
                    <a:pt x="50250" y="87277"/>
                  </a:lnTo>
                  <a:lnTo>
                    <a:pt x="6423" y="87277"/>
                  </a:lnTo>
                  <a:lnTo>
                    <a:pt x="6423" y="55413"/>
                  </a:lnTo>
                  <a:lnTo>
                    <a:pt x="84191" y="55413"/>
                  </a:lnTo>
                  <a:lnTo>
                    <a:pt x="84191" y="176128"/>
                  </a:lnTo>
                  <a:close/>
                </a:path>
                <a:path w="897890" h="254635">
                  <a:moveTo>
                    <a:pt x="131923" y="207991"/>
                  </a:moveTo>
                  <a:lnTo>
                    <a:pt x="0" y="207991"/>
                  </a:lnTo>
                  <a:lnTo>
                    <a:pt x="0" y="176128"/>
                  </a:lnTo>
                  <a:lnTo>
                    <a:pt x="131923" y="176128"/>
                  </a:lnTo>
                  <a:lnTo>
                    <a:pt x="131923" y="207991"/>
                  </a:lnTo>
                  <a:close/>
                </a:path>
                <a:path w="897890" h="254635">
                  <a:moveTo>
                    <a:pt x="224464" y="76320"/>
                  </a:moveTo>
                  <a:lnTo>
                    <a:pt x="178293" y="76320"/>
                  </a:lnTo>
                  <a:lnTo>
                    <a:pt x="181197" y="60513"/>
                  </a:lnTo>
                  <a:lnTo>
                    <a:pt x="187631" y="54910"/>
                  </a:lnTo>
                  <a:lnTo>
                    <a:pt x="187845" y="54910"/>
                  </a:lnTo>
                  <a:lnTo>
                    <a:pt x="193762" y="52832"/>
                  </a:lnTo>
                  <a:lnTo>
                    <a:pt x="208414" y="52832"/>
                  </a:lnTo>
                  <a:lnTo>
                    <a:pt x="214417" y="54910"/>
                  </a:lnTo>
                  <a:lnTo>
                    <a:pt x="219287" y="59066"/>
                  </a:lnTo>
                  <a:lnTo>
                    <a:pt x="224199" y="63180"/>
                  </a:lnTo>
                  <a:lnTo>
                    <a:pt x="224703" y="64591"/>
                  </a:lnTo>
                  <a:lnTo>
                    <a:pt x="223284" y="68994"/>
                  </a:lnTo>
                  <a:lnTo>
                    <a:pt x="223175" y="69330"/>
                  </a:lnTo>
                  <a:lnTo>
                    <a:pt x="223404" y="70889"/>
                  </a:lnTo>
                  <a:lnTo>
                    <a:pt x="224403" y="76005"/>
                  </a:lnTo>
                  <a:lnTo>
                    <a:pt x="224464" y="76320"/>
                  </a:lnTo>
                  <a:close/>
                </a:path>
                <a:path w="897890" h="254635">
                  <a:moveTo>
                    <a:pt x="279586" y="76320"/>
                  </a:moveTo>
                  <a:lnTo>
                    <a:pt x="225540" y="76320"/>
                  </a:lnTo>
                  <a:lnTo>
                    <a:pt x="226243" y="69330"/>
                  </a:lnTo>
                  <a:lnTo>
                    <a:pt x="226277" y="68994"/>
                  </a:lnTo>
                  <a:lnTo>
                    <a:pt x="224703" y="64591"/>
                  </a:lnTo>
                  <a:lnTo>
                    <a:pt x="224975" y="63747"/>
                  </a:lnTo>
                  <a:lnTo>
                    <a:pt x="234711" y="55413"/>
                  </a:lnTo>
                  <a:lnTo>
                    <a:pt x="235480" y="54910"/>
                  </a:lnTo>
                  <a:lnTo>
                    <a:pt x="241494" y="52832"/>
                  </a:lnTo>
                  <a:lnTo>
                    <a:pt x="249009" y="52832"/>
                  </a:lnTo>
                  <a:lnTo>
                    <a:pt x="279464" y="76005"/>
                  </a:lnTo>
                  <a:lnTo>
                    <a:pt x="279586" y="76320"/>
                  </a:lnTo>
                  <a:close/>
                </a:path>
                <a:path w="897890" h="254635">
                  <a:moveTo>
                    <a:pt x="183142" y="207991"/>
                  </a:moveTo>
                  <a:lnTo>
                    <a:pt x="151027" y="207991"/>
                  </a:lnTo>
                  <a:lnTo>
                    <a:pt x="151027" y="55413"/>
                  </a:lnTo>
                  <a:lnTo>
                    <a:pt x="182134" y="55413"/>
                  </a:lnTo>
                  <a:lnTo>
                    <a:pt x="181197" y="60513"/>
                  </a:lnTo>
                  <a:lnTo>
                    <a:pt x="177484" y="63747"/>
                  </a:lnTo>
                  <a:lnTo>
                    <a:pt x="177144" y="64591"/>
                  </a:lnTo>
                  <a:lnTo>
                    <a:pt x="175637" y="68994"/>
                  </a:lnTo>
                  <a:lnTo>
                    <a:pt x="175522" y="69330"/>
                  </a:lnTo>
                  <a:lnTo>
                    <a:pt x="176782" y="76005"/>
                  </a:lnTo>
                  <a:lnTo>
                    <a:pt x="178293" y="76320"/>
                  </a:lnTo>
                  <a:lnTo>
                    <a:pt x="279586" y="76320"/>
                  </a:lnTo>
                  <a:lnTo>
                    <a:pt x="280242" y="78020"/>
                  </a:lnTo>
                  <a:lnTo>
                    <a:pt x="280934" y="81357"/>
                  </a:lnTo>
                  <a:lnTo>
                    <a:pt x="189334" y="81357"/>
                  </a:lnTo>
                  <a:lnTo>
                    <a:pt x="187067" y="82365"/>
                  </a:lnTo>
                  <a:lnTo>
                    <a:pt x="183918" y="86353"/>
                  </a:lnTo>
                  <a:lnTo>
                    <a:pt x="183142" y="89669"/>
                  </a:lnTo>
                  <a:lnTo>
                    <a:pt x="183142" y="207991"/>
                  </a:lnTo>
                  <a:close/>
                </a:path>
                <a:path w="897890" h="254635">
                  <a:moveTo>
                    <a:pt x="178293" y="76320"/>
                  </a:moveTo>
                  <a:lnTo>
                    <a:pt x="176782" y="76005"/>
                  </a:lnTo>
                  <a:lnTo>
                    <a:pt x="175816" y="70889"/>
                  </a:lnTo>
                  <a:lnTo>
                    <a:pt x="175669" y="69330"/>
                  </a:lnTo>
                  <a:lnTo>
                    <a:pt x="175637" y="68994"/>
                  </a:lnTo>
                  <a:lnTo>
                    <a:pt x="177144" y="64591"/>
                  </a:lnTo>
                  <a:lnTo>
                    <a:pt x="177484" y="63747"/>
                  </a:lnTo>
                  <a:lnTo>
                    <a:pt x="181197" y="60513"/>
                  </a:lnTo>
                  <a:lnTo>
                    <a:pt x="178351" y="76005"/>
                  </a:lnTo>
                  <a:lnTo>
                    <a:pt x="178293" y="76320"/>
                  </a:lnTo>
                  <a:close/>
                </a:path>
                <a:path w="897890" h="254635">
                  <a:moveTo>
                    <a:pt x="225540" y="76320"/>
                  </a:moveTo>
                  <a:lnTo>
                    <a:pt x="224464" y="76320"/>
                  </a:lnTo>
                  <a:lnTo>
                    <a:pt x="223404" y="70889"/>
                  </a:lnTo>
                  <a:lnTo>
                    <a:pt x="223284" y="68994"/>
                  </a:lnTo>
                  <a:lnTo>
                    <a:pt x="224703" y="64591"/>
                  </a:lnTo>
                  <a:lnTo>
                    <a:pt x="226277" y="68994"/>
                  </a:lnTo>
                  <a:lnTo>
                    <a:pt x="225571" y="76005"/>
                  </a:lnTo>
                  <a:lnTo>
                    <a:pt x="225540" y="76320"/>
                  </a:lnTo>
                  <a:close/>
                </a:path>
                <a:path w="897890" h="254635">
                  <a:moveTo>
                    <a:pt x="231377" y="207991"/>
                  </a:moveTo>
                  <a:lnTo>
                    <a:pt x="202096" y="207991"/>
                  </a:lnTo>
                  <a:lnTo>
                    <a:pt x="202009" y="89669"/>
                  </a:lnTo>
                  <a:lnTo>
                    <a:pt x="200980" y="86353"/>
                  </a:lnTo>
                  <a:lnTo>
                    <a:pt x="197652" y="82365"/>
                  </a:lnTo>
                  <a:lnTo>
                    <a:pt x="195379" y="81357"/>
                  </a:lnTo>
                  <a:lnTo>
                    <a:pt x="238031" y="81357"/>
                  </a:lnTo>
                  <a:lnTo>
                    <a:pt x="235728" y="82365"/>
                  </a:lnTo>
                  <a:lnTo>
                    <a:pt x="232327" y="86353"/>
                  </a:lnTo>
                  <a:lnTo>
                    <a:pt x="231399" y="89669"/>
                  </a:lnTo>
                  <a:lnTo>
                    <a:pt x="231377" y="207991"/>
                  </a:lnTo>
                  <a:close/>
                </a:path>
                <a:path w="897890" h="254635">
                  <a:moveTo>
                    <a:pt x="282446" y="207991"/>
                  </a:moveTo>
                  <a:lnTo>
                    <a:pt x="250332" y="207991"/>
                  </a:lnTo>
                  <a:lnTo>
                    <a:pt x="250262" y="89669"/>
                  </a:lnTo>
                  <a:lnTo>
                    <a:pt x="249345" y="86353"/>
                  </a:lnTo>
                  <a:lnTo>
                    <a:pt x="246293" y="82365"/>
                  </a:lnTo>
                  <a:lnTo>
                    <a:pt x="244076" y="81357"/>
                  </a:lnTo>
                  <a:lnTo>
                    <a:pt x="280934" y="81357"/>
                  </a:lnTo>
                  <a:lnTo>
                    <a:pt x="281895" y="86001"/>
                  </a:lnTo>
                  <a:lnTo>
                    <a:pt x="282446" y="94833"/>
                  </a:lnTo>
                  <a:lnTo>
                    <a:pt x="282446" y="207991"/>
                  </a:lnTo>
                  <a:close/>
                </a:path>
                <a:path w="897890" h="254635">
                  <a:moveTo>
                    <a:pt x="356591" y="87466"/>
                  </a:moveTo>
                  <a:lnTo>
                    <a:pt x="341294" y="87466"/>
                  </a:lnTo>
                  <a:lnTo>
                    <a:pt x="343583" y="72872"/>
                  </a:lnTo>
                  <a:lnTo>
                    <a:pt x="344001" y="69101"/>
                  </a:lnTo>
                  <a:lnTo>
                    <a:pt x="344238" y="68700"/>
                  </a:lnTo>
                  <a:lnTo>
                    <a:pt x="344316" y="68205"/>
                  </a:lnTo>
                  <a:lnTo>
                    <a:pt x="344996" y="66957"/>
                  </a:lnTo>
                  <a:lnTo>
                    <a:pt x="379948" y="52832"/>
                  </a:lnTo>
                  <a:lnTo>
                    <a:pt x="391251" y="53824"/>
                  </a:lnTo>
                  <a:lnTo>
                    <a:pt x="423666" y="77284"/>
                  </a:lnTo>
                  <a:lnTo>
                    <a:pt x="426471" y="83687"/>
                  </a:lnTo>
                  <a:lnTo>
                    <a:pt x="364142" y="83687"/>
                  </a:lnTo>
                  <a:lnTo>
                    <a:pt x="358072" y="86059"/>
                  </a:lnTo>
                  <a:lnTo>
                    <a:pt x="356869" y="87166"/>
                  </a:lnTo>
                  <a:lnTo>
                    <a:pt x="356591" y="87466"/>
                  </a:lnTo>
                  <a:close/>
                </a:path>
                <a:path w="897890" h="254635">
                  <a:moveTo>
                    <a:pt x="346322" y="254400"/>
                  </a:moveTo>
                  <a:lnTo>
                    <a:pt x="312444" y="254400"/>
                  </a:lnTo>
                  <a:lnTo>
                    <a:pt x="312444" y="55413"/>
                  </a:lnTo>
                  <a:lnTo>
                    <a:pt x="346322" y="55413"/>
                  </a:lnTo>
                  <a:lnTo>
                    <a:pt x="344316" y="68205"/>
                  </a:lnTo>
                  <a:lnTo>
                    <a:pt x="341772" y="72872"/>
                  </a:lnTo>
                  <a:lnTo>
                    <a:pt x="340430" y="79708"/>
                  </a:lnTo>
                  <a:lnTo>
                    <a:pt x="340872" y="86059"/>
                  </a:lnTo>
                  <a:lnTo>
                    <a:pt x="340970" y="87466"/>
                  </a:lnTo>
                  <a:lnTo>
                    <a:pt x="356591" y="87466"/>
                  </a:lnTo>
                  <a:lnTo>
                    <a:pt x="348610" y="96029"/>
                  </a:lnTo>
                  <a:lnTo>
                    <a:pt x="346444" y="102725"/>
                  </a:lnTo>
                  <a:lnTo>
                    <a:pt x="346444" y="160679"/>
                  </a:lnTo>
                  <a:lnTo>
                    <a:pt x="348610" y="167396"/>
                  </a:lnTo>
                  <a:lnTo>
                    <a:pt x="353186" y="172350"/>
                  </a:lnTo>
                  <a:lnTo>
                    <a:pt x="356975" y="176380"/>
                  </a:lnTo>
                  <a:lnTo>
                    <a:pt x="340471" y="176380"/>
                  </a:lnTo>
                  <a:lnTo>
                    <a:pt x="340143" y="183916"/>
                  </a:lnTo>
                  <a:lnTo>
                    <a:pt x="341631" y="190532"/>
                  </a:lnTo>
                  <a:lnTo>
                    <a:pt x="344321" y="195280"/>
                  </a:lnTo>
                  <a:lnTo>
                    <a:pt x="346140" y="206606"/>
                  </a:lnTo>
                  <a:lnTo>
                    <a:pt x="346322" y="254400"/>
                  </a:lnTo>
                  <a:close/>
                </a:path>
                <a:path w="897890" h="254635">
                  <a:moveTo>
                    <a:pt x="344001" y="69101"/>
                  </a:moveTo>
                  <a:lnTo>
                    <a:pt x="344045" y="68700"/>
                  </a:lnTo>
                  <a:lnTo>
                    <a:pt x="344316" y="68205"/>
                  </a:lnTo>
                  <a:lnTo>
                    <a:pt x="344238" y="68700"/>
                  </a:lnTo>
                  <a:lnTo>
                    <a:pt x="344001" y="69101"/>
                  </a:lnTo>
                  <a:close/>
                </a:path>
                <a:path w="897890" h="254635">
                  <a:moveTo>
                    <a:pt x="341772" y="72872"/>
                  </a:moveTo>
                  <a:lnTo>
                    <a:pt x="344045" y="68700"/>
                  </a:lnTo>
                  <a:lnTo>
                    <a:pt x="344001" y="69101"/>
                  </a:lnTo>
                  <a:lnTo>
                    <a:pt x="341772" y="72872"/>
                  </a:lnTo>
                  <a:close/>
                </a:path>
                <a:path w="897890" h="254635">
                  <a:moveTo>
                    <a:pt x="341294" y="87466"/>
                  </a:moveTo>
                  <a:lnTo>
                    <a:pt x="340970" y="87466"/>
                  </a:lnTo>
                  <a:lnTo>
                    <a:pt x="340430" y="79708"/>
                  </a:lnTo>
                  <a:lnTo>
                    <a:pt x="341772" y="72872"/>
                  </a:lnTo>
                  <a:lnTo>
                    <a:pt x="344001" y="69101"/>
                  </a:lnTo>
                  <a:lnTo>
                    <a:pt x="343583" y="72872"/>
                  </a:lnTo>
                  <a:lnTo>
                    <a:pt x="341341" y="87166"/>
                  </a:lnTo>
                  <a:lnTo>
                    <a:pt x="341294" y="87466"/>
                  </a:lnTo>
                  <a:close/>
                </a:path>
                <a:path w="897890" h="254635">
                  <a:moveTo>
                    <a:pt x="426451" y="179717"/>
                  </a:moveTo>
                  <a:lnTo>
                    <a:pt x="380473" y="179717"/>
                  </a:lnTo>
                  <a:lnTo>
                    <a:pt x="386846" y="177261"/>
                  </a:lnTo>
                  <a:lnTo>
                    <a:pt x="395418" y="167858"/>
                  </a:lnTo>
                  <a:lnTo>
                    <a:pt x="397580" y="160679"/>
                  </a:lnTo>
                  <a:lnTo>
                    <a:pt x="397580" y="102725"/>
                  </a:lnTo>
                  <a:lnTo>
                    <a:pt x="395418" y="95546"/>
                  </a:lnTo>
                  <a:lnTo>
                    <a:pt x="386770" y="86059"/>
                  </a:lnTo>
                  <a:lnTo>
                    <a:pt x="380473" y="83687"/>
                  </a:lnTo>
                  <a:lnTo>
                    <a:pt x="426471" y="83687"/>
                  </a:lnTo>
                  <a:lnTo>
                    <a:pt x="427995" y="87166"/>
                  </a:lnTo>
                  <a:lnTo>
                    <a:pt x="430592" y="98347"/>
                  </a:lnTo>
                  <a:lnTo>
                    <a:pt x="431458" y="110827"/>
                  </a:lnTo>
                  <a:lnTo>
                    <a:pt x="431458" y="152325"/>
                  </a:lnTo>
                  <a:lnTo>
                    <a:pt x="430592" y="164915"/>
                  </a:lnTo>
                  <a:lnTo>
                    <a:pt x="427995" y="176175"/>
                  </a:lnTo>
                  <a:lnTo>
                    <a:pt x="426451" y="179717"/>
                  </a:lnTo>
                  <a:close/>
                </a:path>
                <a:path w="897890" h="254635">
                  <a:moveTo>
                    <a:pt x="344321" y="195280"/>
                  </a:moveTo>
                  <a:lnTo>
                    <a:pt x="341631" y="190532"/>
                  </a:lnTo>
                  <a:lnTo>
                    <a:pt x="340143" y="183916"/>
                  </a:lnTo>
                  <a:lnTo>
                    <a:pt x="340326" y="179717"/>
                  </a:lnTo>
                  <a:lnTo>
                    <a:pt x="340433" y="177261"/>
                  </a:lnTo>
                  <a:lnTo>
                    <a:pt x="340471" y="176380"/>
                  </a:lnTo>
                  <a:lnTo>
                    <a:pt x="341284" y="176380"/>
                  </a:lnTo>
                  <a:lnTo>
                    <a:pt x="344228" y="194704"/>
                  </a:lnTo>
                  <a:lnTo>
                    <a:pt x="344321" y="195280"/>
                  </a:lnTo>
                  <a:close/>
                </a:path>
                <a:path w="897890" h="254635">
                  <a:moveTo>
                    <a:pt x="379948" y="210573"/>
                  </a:moveTo>
                  <a:lnTo>
                    <a:pt x="344321" y="195280"/>
                  </a:lnTo>
                  <a:lnTo>
                    <a:pt x="341284" y="176380"/>
                  </a:lnTo>
                  <a:lnTo>
                    <a:pt x="356975" y="176380"/>
                  </a:lnTo>
                  <a:lnTo>
                    <a:pt x="357804" y="177261"/>
                  </a:lnTo>
                  <a:lnTo>
                    <a:pt x="364142" y="179717"/>
                  </a:lnTo>
                  <a:lnTo>
                    <a:pt x="426451" y="179717"/>
                  </a:lnTo>
                  <a:lnTo>
                    <a:pt x="423666" y="186105"/>
                  </a:lnTo>
                  <a:lnTo>
                    <a:pt x="417605" y="194704"/>
                  </a:lnTo>
                  <a:lnTo>
                    <a:pt x="410080" y="201647"/>
                  </a:lnTo>
                  <a:lnTo>
                    <a:pt x="401295" y="206606"/>
                  </a:lnTo>
                  <a:lnTo>
                    <a:pt x="391251" y="209581"/>
                  </a:lnTo>
                  <a:lnTo>
                    <a:pt x="379948" y="210573"/>
                  </a:lnTo>
                  <a:close/>
                </a:path>
                <a:path w="897890" h="254635">
                  <a:moveTo>
                    <a:pt x="526126" y="210573"/>
                  </a:moveTo>
                  <a:lnTo>
                    <a:pt x="482299" y="194578"/>
                  </a:lnTo>
                  <a:lnTo>
                    <a:pt x="466053" y="151066"/>
                  </a:lnTo>
                  <a:lnTo>
                    <a:pt x="466072" y="112087"/>
                  </a:lnTo>
                  <a:lnTo>
                    <a:pt x="482299" y="68826"/>
                  </a:lnTo>
                  <a:lnTo>
                    <a:pt x="526126" y="52832"/>
                  </a:lnTo>
                  <a:lnTo>
                    <a:pt x="539153" y="53832"/>
                  </a:lnTo>
                  <a:lnTo>
                    <a:pt x="576963" y="77528"/>
                  </a:lnTo>
                  <a:lnTo>
                    <a:pt x="580322" y="84191"/>
                  </a:lnTo>
                  <a:lnTo>
                    <a:pt x="517520" y="84191"/>
                  </a:lnTo>
                  <a:lnTo>
                    <a:pt x="511013" y="86542"/>
                  </a:lnTo>
                  <a:lnTo>
                    <a:pt x="502198" y="95903"/>
                  </a:lnTo>
                  <a:lnTo>
                    <a:pt x="499994" y="102935"/>
                  </a:lnTo>
                  <a:lnTo>
                    <a:pt x="499994" y="160469"/>
                  </a:lnTo>
                  <a:lnTo>
                    <a:pt x="502198" y="167522"/>
                  </a:lnTo>
                  <a:lnTo>
                    <a:pt x="511013" y="176884"/>
                  </a:lnTo>
                  <a:lnTo>
                    <a:pt x="517520" y="179213"/>
                  </a:lnTo>
                  <a:lnTo>
                    <a:pt x="580299" y="179213"/>
                  </a:lnTo>
                  <a:lnTo>
                    <a:pt x="576963" y="185861"/>
                  </a:lnTo>
                  <a:lnTo>
                    <a:pt x="569828" y="194578"/>
                  </a:lnTo>
                  <a:lnTo>
                    <a:pt x="561004" y="201576"/>
                  </a:lnTo>
                  <a:lnTo>
                    <a:pt x="550779" y="206574"/>
                  </a:lnTo>
                  <a:lnTo>
                    <a:pt x="539153" y="209573"/>
                  </a:lnTo>
                  <a:lnTo>
                    <a:pt x="526126" y="210573"/>
                  </a:lnTo>
                  <a:close/>
                </a:path>
                <a:path w="897890" h="254635">
                  <a:moveTo>
                    <a:pt x="580299" y="179213"/>
                  </a:moveTo>
                  <a:lnTo>
                    <a:pt x="534690" y="179213"/>
                  </a:lnTo>
                  <a:lnTo>
                    <a:pt x="541176" y="176884"/>
                  </a:lnTo>
                  <a:lnTo>
                    <a:pt x="550034" y="167522"/>
                  </a:lnTo>
                  <a:lnTo>
                    <a:pt x="552259" y="160469"/>
                  </a:lnTo>
                  <a:lnTo>
                    <a:pt x="552259" y="102935"/>
                  </a:lnTo>
                  <a:lnTo>
                    <a:pt x="550034" y="95903"/>
                  </a:lnTo>
                  <a:lnTo>
                    <a:pt x="545584" y="91244"/>
                  </a:lnTo>
                  <a:lnTo>
                    <a:pt x="541176" y="86542"/>
                  </a:lnTo>
                  <a:lnTo>
                    <a:pt x="534690" y="84191"/>
                  </a:lnTo>
                  <a:lnTo>
                    <a:pt x="580322" y="84191"/>
                  </a:lnTo>
                  <a:lnTo>
                    <a:pt x="582060" y="87639"/>
                  </a:lnTo>
                  <a:lnTo>
                    <a:pt x="585118" y="99158"/>
                  </a:lnTo>
                  <a:lnTo>
                    <a:pt x="586138" y="112087"/>
                  </a:lnTo>
                  <a:lnTo>
                    <a:pt x="586138" y="151066"/>
                  </a:lnTo>
                  <a:lnTo>
                    <a:pt x="585118" y="164105"/>
                  </a:lnTo>
                  <a:lnTo>
                    <a:pt x="582060" y="175703"/>
                  </a:lnTo>
                  <a:lnTo>
                    <a:pt x="580299" y="179213"/>
                  </a:lnTo>
                  <a:close/>
                </a:path>
                <a:path w="897890" h="254635">
                  <a:moveTo>
                    <a:pt x="671707" y="86080"/>
                  </a:moveTo>
                  <a:lnTo>
                    <a:pt x="654736" y="86080"/>
                  </a:lnTo>
                  <a:lnTo>
                    <a:pt x="658136" y="71534"/>
                  </a:lnTo>
                  <a:lnTo>
                    <a:pt x="665504" y="61144"/>
                  </a:lnTo>
                  <a:lnTo>
                    <a:pt x="676839" y="54910"/>
                  </a:lnTo>
                  <a:lnTo>
                    <a:pt x="692140" y="52832"/>
                  </a:lnTo>
                  <a:lnTo>
                    <a:pt x="703892" y="53812"/>
                  </a:lnTo>
                  <a:lnTo>
                    <a:pt x="738160" y="77004"/>
                  </a:lnTo>
                  <a:lnTo>
                    <a:pt x="741076" y="83184"/>
                  </a:lnTo>
                  <a:lnTo>
                    <a:pt x="678497" y="83184"/>
                  </a:lnTo>
                  <a:lnTo>
                    <a:pt x="672183" y="85639"/>
                  </a:lnTo>
                  <a:lnTo>
                    <a:pt x="671707" y="86080"/>
                  </a:lnTo>
                  <a:close/>
                </a:path>
                <a:path w="897890" h="254635">
                  <a:moveTo>
                    <a:pt x="660592" y="207991"/>
                  </a:moveTo>
                  <a:lnTo>
                    <a:pt x="626714" y="207991"/>
                  </a:lnTo>
                  <a:lnTo>
                    <a:pt x="626714" y="55413"/>
                  </a:lnTo>
                  <a:lnTo>
                    <a:pt x="660088" y="55413"/>
                  </a:lnTo>
                  <a:lnTo>
                    <a:pt x="654813" y="85639"/>
                  </a:lnTo>
                  <a:lnTo>
                    <a:pt x="654736" y="86080"/>
                  </a:lnTo>
                  <a:lnTo>
                    <a:pt x="671707" y="86080"/>
                  </a:lnTo>
                  <a:lnTo>
                    <a:pt x="662880" y="95673"/>
                  </a:lnTo>
                  <a:lnTo>
                    <a:pt x="660645" y="102725"/>
                  </a:lnTo>
                  <a:lnTo>
                    <a:pt x="660592" y="207991"/>
                  </a:lnTo>
                  <a:close/>
                </a:path>
                <a:path w="897890" h="254635">
                  <a:moveTo>
                    <a:pt x="746484" y="124177"/>
                  </a:moveTo>
                  <a:lnTo>
                    <a:pt x="712606" y="124177"/>
                  </a:lnTo>
                  <a:lnTo>
                    <a:pt x="712606" y="102725"/>
                  </a:lnTo>
                  <a:lnTo>
                    <a:pt x="710445" y="95673"/>
                  </a:lnTo>
                  <a:lnTo>
                    <a:pt x="710380" y="95463"/>
                  </a:lnTo>
                  <a:lnTo>
                    <a:pt x="701523" y="85639"/>
                  </a:lnTo>
                  <a:lnTo>
                    <a:pt x="695121" y="83184"/>
                  </a:lnTo>
                  <a:lnTo>
                    <a:pt x="741076" y="83184"/>
                  </a:lnTo>
                  <a:lnTo>
                    <a:pt x="742785" y="86804"/>
                  </a:lnTo>
                  <a:lnTo>
                    <a:pt x="745559" y="97911"/>
                  </a:lnTo>
                  <a:lnTo>
                    <a:pt x="746484" y="110324"/>
                  </a:lnTo>
                  <a:lnTo>
                    <a:pt x="746484" y="124177"/>
                  </a:lnTo>
                  <a:close/>
                </a:path>
                <a:path w="897890" h="254635">
                  <a:moveTo>
                    <a:pt x="840837" y="55413"/>
                  </a:moveTo>
                  <a:lnTo>
                    <a:pt x="806897" y="55413"/>
                  </a:lnTo>
                  <a:lnTo>
                    <a:pt x="806897" y="16750"/>
                  </a:lnTo>
                  <a:lnTo>
                    <a:pt x="840837" y="16750"/>
                  </a:lnTo>
                  <a:lnTo>
                    <a:pt x="840837" y="55413"/>
                  </a:lnTo>
                  <a:close/>
                </a:path>
                <a:path w="897890" h="254635">
                  <a:moveTo>
                    <a:pt x="897574" y="87277"/>
                  </a:moveTo>
                  <a:lnTo>
                    <a:pt x="766910" y="87277"/>
                  </a:lnTo>
                  <a:lnTo>
                    <a:pt x="766910" y="55413"/>
                  </a:lnTo>
                  <a:lnTo>
                    <a:pt x="897574" y="55413"/>
                  </a:lnTo>
                  <a:lnTo>
                    <a:pt x="897574" y="87277"/>
                  </a:lnTo>
                  <a:close/>
                </a:path>
                <a:path w="897890" h="254635">
                  <a:moveTo>
                    <a:pt x="894992" y="207991"/>
                  </a:moveTo>
                  <a:lnTo>
                    <a:pt x="850976" y="207991"/>
                  </a:lnTo>
                  <a:lnTo>
                    <a:pt x="841282" y="207283"/>
                  </a:lnTo>
                  <a:lnTo>
                    <a:pt x="809840" y="183133"/>
                  </a:lnTo>
                  <a:lnTo>
                    <a:pt x="806897" y="165234"/>
                  </a:lnTo>
                  <a:lnTo>
                    <a:pt x="806897" y="87277"/>
                  </a:lnTo>
                  <a:lnTo>
                    <a:pt x="840837" y="87277"/>
                  </a:lnTo>
                  <a:lnTo>
                    <a:pt x="840837" y="169306"/>
                  </a:lnTo>
                  <a:lnTo>
                    <a:pt x="841572" y="172140"/>
                  </a:lnTo>
                  <a:lnTo>
                    <a:pt x="844553" y="175330"/>
                  </a:lnTo>
                  <a:lnTo>
                    <a:pt x="847198" y="176128"/>
                  </a:lnTo>
                  <a:lnTo>
                    <a:pt x="894992" y="176128"/>
                  </a:lnTo>
                  <a:lnTo>
                    <a:pt x="894992" y="207991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076943" y="2165349"/>
            <a:ext cx="6212840" cy="21774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$</a:t>
            </a:r>
            <a:r>
              <a:rPr sz="2000" spc="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python3</a:t>
            </a:r>
            <a:r>
              <a:rPr sz="2000" spc="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pip</a:t>
            </a:r>
            <a:r>
              <a:rPr sz="2000" spc="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install</a:t>
            </a:r>
            <a:r>
              <a:rPr sz="2000" spc="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2000">
              <a:latin typeface="Courier New"/>
              <a:cs typeface="Courier New"/>
            </a:endParaRPr>
          </a:p>
          <a:p>
            <a:pPr marL="1094740" marR="5080" indent="-1082675">
              <a:lnSpc>
                <a:spcPct val="141000"/>
              </a:lnSpc>
            </a:pP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python3</a:t>
            </a:r>
            <a:r>
              <a:rPr sz="2000" spc="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-m</a:t>
            </a:r>
            <a:r>
              <a:rPr sz="2000" spc="6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r>
              <a:rPr sz="2000" spc="6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download</a:t>
            </a:r>
            <a:r>
              <a:rPr sz="2000" spc="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en_core_web_sm spacy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nlp</a:t>
            </a:r>
            <a:r>
              <a:rPr sz="2000" spc="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000" spc="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spacy.load(</a:t>
            </a:r>
            <a:r>
              <a:rPr sz="2000" spc="-10" dirty="0">
                <a:solidFill>
                  <a:srgbClr val="BE2F72"/>
                </a:solidFill>
                <a:latin typeface="Courier New"/>
                <a:cs typeface="Courier New"/>
              </a:rPr>
              <a:t>"en_core_web_sm"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60" dirty="0"/>
              <a:t>Read</a:t>
            </a:r>
            <a:r>
              <a:rPr spc="-155" dirty="0"/>
              <a:t> </a:t>
            </a:r>
            <a:r>
              <a:rPr spc="-150" dirty="0"/>
              <a:t>and </a:t>
            </a:r>
            <a:r>
              <a:rPr spc="-195" dirty="0"/>
              <a:t>process</a:t>
            </a:r>
            <a:r>
              <a:rPr spc="-150" dirty="0"/>
              <a:t> </a:t>
            </a:r>
            <a:r>
              <a:rPr spc="-290" dirty="0"/>
              <a:t>text</a:t>
            </a:r>
            <a:r>
              <a:rPr spc="-150" dirty="0"/>
              <a:t> </a:t>
            </a:r>
            <a:r>
              <a:rPr spc="-330" dirty="0"/>
              <a:t>with</a:t>
            </a:r>
            <a:r>
              <a:rPr spc="-155" dirty="0"/>
              <a:t> </a:t>
            </a:r>
            <a:r>
              <a:rPr spc="-10" dirty="0"/>
              <a:t>spaCy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128920" y="1207753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4">
                <a:moveTo>
                  <a:pt x="865133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3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7" y="76505"/>
                </a:lnTo>
                <a:lnTo>
                  <a:pt x="941637" y="353373"/>
                </a:lnTo>
                <a:lnTo>
                  <a:pt x="924851" y="397957"/>
                </a:lnTo>
                <a:lnTo>
                  <a:pt x="886123" y="425702"/>
                </a:lnTo>
                <a:lnTo>
                  <a:pt x="870457" y="429353"/>
                </a:lnTo>
                <a:lnTo>
                  <a:pt x="865133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39722" y="1207753"/>
            <a:ext cx="2497455" cy="429895"/>
          </a:xfrm>
          <a:custGeom>
            <a:avLst/>
            <a:gdLst/>
            <a:ahLst/>
            <a:cxnLst/>
            <a:rect l="l" t="t" r="r" b="b"/>
            <a:pathLst>
              <a:path w="2497454" h="429894">
                <a:moveTo>
                  <a:pt x="242088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2420882" y="0"/>
                </a:lnTo>
                <a:lnTo>
                  <a:pt x="2465467" y="16786"/>
                </a:lnTo>
                <a:lnTo>
                  <a:pt x="2493211" y="55513"/>
                </a:lnTo>
                <a:lnTo>
                  <a:pt x="2497388" y="76505"/>
                </a:lnTo>
                <a:lnTo>
                  <a:pt x="2497388" y="353373"/>
                </a:lnTo>
                <a:lnTo>
                  <a:pt x="2480600" y="397957"/>
                </a:lnTo>
                <a:lnTo>
                  <a:pt x="2441873" y="425702"/>
                </a:lnTo>
                <a:lnTo>
                  <a:pt x="2426207" y="429353"/>
                </a:lnTo>
                <a:lnTo>
                  <a:pt x="242088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28399" y="1207753"/>
            <a:ext cx="593725" cy="429895"/>
          </a:xfrm>
          <a:custGeom>
            <a:avLst/>
            <a:gdLst/>
            <a:ahLst/>
            <a:cxnLst/>
            <a:rect l="l" t="t" r="r" b="b"/>
            <a:pathLst>
              <a:path w="593725" h="429894">
                <a:moveTo>
                  <a:pt x="517137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517137" y="0"/>
                </a:lnTo>
                <a:lnTo>
                  <a:pt x="561720" y="16786"/>
                </a:lnTo>
                <a:lnTo>
                  <a:pt x="589465" y="55513"/>
                </a:lnTo>
                <a:lnTo>
                  <a:pt x="593641" y="76505"/>
                </a:lnTo>
                <a:lnTo>
                  <a:pt x="593641" y="353373"/>
                </a:lnTo>
                <a:lnTo>
                  <a:pt x="576854" y="397957"/>
                </a:lnTo>
                <a:lnTo>
                  <a:pt x="538126" y="425702"/>
                </a:lnTo>
                <a:lnTo>
                  <a:pt x="522461" y="429353"/>
                </a:lnTo>
                <a:lnTo>
                  <a:pt x="517137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00697" y="1862805"/>
            <a:ext cx="593725" cy="429895"/>
          </a:xfrm>
          <a:custGeom>
            <a:avLst/>
            <a:gdLst/>
            <a:ahLst/>
            <a:cxnLst/>
            <a:rect l="l" t="t" r="r" b="b"/>
            <a:pathLst>
              <a:path w="593725" h="429894">
                <a:moveTo>
                  <a:pt x="517136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517136" y="0"/>
                </a:lnTo>
                <a:lnTo>
                  <a:pt x="561720" y="16786"/>
                </a:lnTo>
                <a:lnTo>
                  <a:pt x="589465" y="55513"/>
                </a:lnTo>
                <a:lnTo>
                  <a:pt x="593641" y="76505"/>
                </a:lnTo>
                <a:lnTo>
                  <a:pt x="593641" y="353373"/>
                </a:lnTo>
                <a:lnTo>
                  <a:pt x="576854" y="397957"/>
                </a:lnTo>
                <a:lnTo>
                  <a:pt x="538127" y="425702"/>
                </a:lnTo>
                <a:lnTo>
                  <a:pt x="522460" y="429353"/>
                </a:lnTo>
                <a:lnTo>
                  <a:pt x="517136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13590" y="1862805"/>
            <a:ext cx="614680" cy="429895"/>
          </a:xfrm>
          <a:custGeom>
            <a:avLst/>
            <a:gdLst/>
            <a:ahLst/>
            <a:cxnLst/>
            <a:rect l="l" t="t" r="r" b="b"/>
            <a:pathLst>
              <a:path w="614679" h="429894">
                <a:moveTo>
                  <a:pt x="537606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537606" y="0"/>
                </a:lnTo>
                <a:lnTo>
                  <a:pt x="582191" y="16786"/>
                </a:lnTo>
                <a:lnTo>
                  <a:pt x="609935" y="55513"/>
                </a:lnTo>
                <a:lnTo>
                  <a:pt x="614111" y="76505"/>
                </a:lnTo>
                <a:lnTo>
                  <a:pt x="614111" y="353373"/>
                </a:lnTo>
                <a:lnTo>
                  <a:pt x="597324" y="397957"/>
                </a:lnTo>
                <a:lnTo>
                  <a:pt x="558597" y="425702"/>
                </a:lnTo>
                <a:lnTo>
                  <a:pt x="542931" y="429353"/>
                </a:lnTo>
                <a:lnTo>
                  <a:pt x="537606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47056" y="1174582"/>
            <a:ext cx="1209738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9055" algn="l"/>
                <a:tab pos="3534410" algn="l"/>
                <a:tab pos="6523990" algn="l"/>
              </a:tabLst>
            </a:pP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Loaded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r>
              <a:rPr sz="2250" spc="3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model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en_core_web_sm</a:t>
            </a:r>
            <a:r>
              <a:rPr sz="2250" spc="36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-44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nlp</a:t>
            </a:r>
            <a:r>
              <a:rPr sz="2250" spc="3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object</a:t>
            </a:r>
            <a:endParaRPr sz="2550">
              <a:latin typeface="Tahoma"/>
              <a:cs typeface="Tahoma"/>
            </a:endParaRPr>
          </a:p>
          <a:p>
            <a:pPr marL="93980">
              <a:lnSpc>
                <a:spcPct val="100000"/>
              </a:lnSpc>
              <a:spcBef>
                <a:spcPts val="2100"/>
              </a:spcBef>
              <a:tabLst>
                <a:tab pos="5016500" algn="l"/>
              </a:tabLst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nlp</a:t>
            </a:r>
            <a:r>
              <a:rPr sz="2250" spc="39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object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converts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text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into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7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Doc</a:t>
            </a:r>
            <a:r>
              <a:rPr sz="2250" spc="40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object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(container)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store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processed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Tahoma"/>
                <a:cs typeface="Tahoma"/>
              </a:rPr>
              <a:t>text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44687" y="2787188"/>
            <a:ext cx="11606060" cy="364051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9"/>
            <a:ext cx="415417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spaCy</a:t>
            </a:r>
            <a:r>
              <a:rPr spc="-240" dirty="0"/>
              <a:t> </a:t>
            </a:r>
            <a:r>
              <a:rPr spc="-265" dirty="0"/>
              <a:t>in</a:t>
            </a:r>
            <a:r>
              <a:rPr spc="-165" dirty="0"/>
              <a:t> </a:t>
            </a:r>
            <a:r>
              <a:rPr spc="-135" dirty="0"/>
              <a:t>action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821858"/>
            <a:ext cx="14575155" cy="1822450"/>
            <a:chOff x="491289" y="1821858"/>
            <a:chExt cx="14575155" cy="1822450"/>
          </a:xfrm>
        </p:grpSpPr>
        <p:sp>
          <p:nvSpPr>
            <p:cNvPr id="4" name="object 4"/>
            <p:cNvSpPr/>
            <p:nvPr/>
          </p:nvSpPr>
          <p:spPr>
            <a:xfrm>
              <a:off x="491289" y="1821858"/>
              <a:ext cx="14575155" cy="1822450"/>
            </a:xfrm>
            <a:custGeom>
              <a:avLst/>
              <a:gdLst/>
              <a:ahLst/>
              <a:cxnLst/>
              <a:rect l="l" t="t" r="r" b="b"/>
              <a:pathLst>
                <a:path w="14575155" h="1822450">
                  <a:moveTo>
                    <a:pt x="14498413" y="1821864"/>
                  </a:moveTo>
                  <a:lnTo>
                    <a:pt x="76505" y="1821864"/>
                  </a:lnTo>
                  <a:lnTo>
                    <a:pt x="71180" y="1821340"/>
                  </a:lnTo>
                  <a:lnTo>
                    <a:pt x="31920" y="1805077"/>
                  </a:lnTo>
                  <a:lnTo>
                    <a:pt x="4175" y="1766350"/>
                  </a:lnTo>
                  <a:lnTo>
                    <a:pt x="0" y="1745359"/>
                  </a:lnTo>
                  <a:lnTo>
                    <a:pt x="0" y="1739983"/>
                  </a:lnTo>
                  <a:lnTo>
                    <a:pt x="0" y="76504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4"/>
                  </a:lnTo>
                  <a:lnTo>
                    <a:pt x="14574918" y="1745359"/>
                  </a:lnTo>
                  <a:lnTo>
                    <a:pt x="14558132" y="1789943"/>
                  </a:lnTo>
                  <a:lnTo>
                    <a:pt x="14519404" y="1817689"/>
                  </a:lnTo>
                  <a:lnTo>
                    <a:pt x="14503737" y="1821340"/>
                  </a:lnTo>
                  <a:lnTo>
                    <a:pt x="14498413" y="182186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467" y="2025915"/>
              <a:ext cx="797560" cy="226695"/>
            </a:xfrm>
            <a:custGeom>
              <a:avLst/>
              <a:gdLst/>
              <a:ahLst/>
              <a:cxnLst/>
              <a:rect l="l" t="t" r="r" b="b"/>
              <a:pathLst>
                <a:path w="797560" h="226694">
                  <a:moveTo>
                    <a:pt x="65414" y="36998"/>
                  </a:moveTo>
                  <a:lnTo>
                    <a:pt x="49368" y="36998"/>
                  </a:lnTo>
                  <a:lnTo>
                    <a:pt x="44629" y="35338"/>
                  </a:lnTo>
                  <a:lnTo>
                    <a:pt x="40972" y="32017"/>
                  </a:lnTo>
                  <a:lnTo>
                    <a:pt x="37353" y="28658"/>
                  </a:lnTo>
                  <a:lnTo>
                    <a:pt x="35543" y="24218"/>
                  </a:lnTo>
                  <a:lnTo>
                    <a:pt x="35543" y="13209"/>
                  </a:lnTo>
                  <a:lnTo>
                    <a:pt x="37390" y="8731"/>
                  </a:lnTo>
                  <a:lnTo>
                    <a:pt x="44779" y="1753"/>
                  </a:lnTo>
                  <a:lnTo>
                    <a:pt x="49480" y="0"/>
                  </a:lnTo>
                  <a:lnTo>
                    <a:pt x="65489" y="0"/>
                  </a:lnTo>
                  <a:lnTo>
                    <a:pt x="70191" y="1753"/>
                  </a:lnTo>
                  <a:lnTo>
                    <a:pt x="77579" y="8731"/>
                  </a:lnTo>
                  <a:lnTo>
                    <a:pt x="79426" y="13209"/>
                  </a:lnTo>
                  <a:lnTo>
                    <a:pt x="79426" y="24218"/>
                  </a:lnTo>
                  <a:lnTo>
                    <a:pt x="77576" y="28658"/>
                  </a:lnTo>
                  <a:lnTo>
                    <a:pt x="70097" y="35338"/>
                  </a:lnTo>
                  <a:lnTo>
                    <a:pt x="65414" y="36998"/>
                  </a:lnTo>
                  <a:close/>
                </a:path>
                <a:path w="797560" h="226694">
                  <a:moveTo>
                    <a:pt x="74836" y="156558"/>
                  </a:moveTo>
                  <a:lnTo>
                    <a:pt x="44667" y="156558"/>
                  </a:lnTo>
                  <a:lnTo>
                    <a:pt x="44667" y="77579"/>
                  </a:lnTo>
                  <a:lnTo>
                    <a:pt x="5709" y="77579"/>
                  </a:lnTo>
                  <a:lnTo>
                    <a:pt x="5709" y="49256"/>
                  </a:lnTo>
                  <a:lnTo>
                    <a:pt x="74836" y="49256"/>
                  </a:lnTo>
                  <a:lnTo>
                    <a:pt x="74836" y="156558"/>
                  </a:lnTo>
                  <a:close/>
                </a:path>
                <a:path w="797560" h="226694">
                  <a:moveTo>
                    <a:pt x="117264" y="184881"/>
                  </a:moveTo>
                  <a:lnTo>
                    <a:pt x="0" y="184881"/>
                  </a:lnTo>
                  <a:lnTo>
                    <a:pt x="0" y="156558"/>
                  </a:lnTo>
                  <a:lnTo>
                    <a:pt x="117264" y="156558"/>
                  </a:lnTo>
                  <a:lnTo>
                    <a:pt x="117264" y="184881"/>
                  </a:lnTo>
                  <a:close/>
                </a:path>
                <a:path w="797560" h="226694">
                  <a:moveTo>
                    <a:pt x="199439" y="67840"/>
                  </a:moveTo>
                  <a:lnTo>
                    <a:pt x="158398" y="67840"/>
                  </a:lnTo>
                  <a:lnTo>
                    <a:pt x="160980" y="53789"/>
                  </a:lnTo>
                  <a:lnTo>
                    <a:pt x="166184" y="49256"/>
                  </a:lnTo>
                  <a:lnTo>
                    <a:pt x="166889" y="48808"/>
                  </a:lnTo>
                  <a:lnTo>
                    <a:pt x="172149" y="46961"/>
                  </a:lnTo>
                  <a:lnTo>
                    <a:pt x="185172" y="46961"/>
                  </a:lnTo>
                  <a:lnTo>
                    <a:pt x="190508" y="48808"/>
                  </a:lnTo>
                  <a:lnTo>
                    <a:pt x="194837" y="52503"/>
                  </a:lnTo>
                  <a:lnTo>
                    <a:pt x="199203" y="56160"/>
                  </a:lnTo>
                  <a:lnTo>
                    <a:pt x="199651" y="57414"/>
                  </a:lnTo>
                  <a:lnTo>
                    <a:pt x="198390" y="61328"/>
                  </a:lnTo>
                  <a:lnTo>
                    <a:pt x="198496" y="63012"/>
                  </a:lnTo>
                  <a:lnTo>
                    <a:pt x="199384" y="67560"/>
                  </a:lnTo>
                  <a:lnTo>
                    <a:pt x="199439" y="67840"/>
                  </a:lnTo>
                  <a:close/>
                </a:path>
                <a:path w="797560" h="226694">
                  <a:moveTo>
                    <a:pt x="248436" y="67840"/>
                  </a:moveTo>
                  <a:lnTo>
                    <a:pt x="200395" y="67840"/>
                  </a:lnTo>
                  <a:lnTo>
                    <a:pt x="201020" y="61627"/>
                  </a:lnTo>
                  <a:lnTo>
                    <a:pt x="201050" y="61328"/>
                  </a:lnTo>
                  <a:lnTo>
                    <a:pt x="199651" y="57414"/>
                  </a:lnTo>
                  <a:lnTo>
                    <a:pt x="199893" y="56664"/>
                  </a:lnTo>
                  <a:lnTo>
                    <a:pt x="208547" y="49256"/>
                  </a:lnTo>
                  <a:lnTo>
                    <a:pt x="209231" y="48808"/>
                  </a:lnTo>
                  <a:lnTo>
                    <a:pt x="214577" y="46961"/>
                  </a:lnTo>
                  <a:lnTo>
                    <a:pt x="230660" y="46961"/>
                  </a:lnTo>
                  <a:lnTo>
                    <a:pt x="237955" y="50450"/>
                  </a:lnTo>
                  <a:lnTo>
                    <a:pt x="243132" y="57414"/>
                  </a:lnTo>
                  <a:lnTo>
                    <a:pt x="246571" y="63012"/>
                  </a:lnTo>
                  <a:lnTo>
                    <a:pt x="248328" y="67560"/>
                  </a:lnTo>
                  <a:lnTo>
                    <a:pt x="248436" y="67840"/>
                  </a:lnTo>
                  <a:close/>
                </a:path>
                <a:path w="797560" h="226694">
                  <a:moveTo>
                    <a:pt x="162708" y="184881"/>
                  </a:moveTo>
                  <a:lnTo>
                    <a:pt x="134161" y="184881"/>
                  </a:lnTo>
                  <a:lnTo>
                    <a:pt x="134161" y="49256"/>
                  </a:lnTo>
                  <a:lnTo>
                    <a:pt x="161812" y="49256"/>
                  </a:lnTo>
                  <a:lnTo>
                    <a:pt x="160980" y="53789"/>
                  </a:lnTo>
                  <a:lnTo>
                    <a:pt x="157679" y="56664"/>
                  </a:lnTo>
                  <a:lnTo>
                    <a:pt x="157377" y="57414"/>
                  </a:lnTo>
                  <a:lnTo>
                    <a:pt x="156037" y="61328"/>
                  </a:lnTo>
                  <a:lnTo>
                    <a:pt x="155935" y="61627"/>
                  </a:lnTo>
                  <a:lnTo>
                    <a:pt x="157055" y="67560"/>
                  </a:lnTo>
                  <a:lnTo>
                    <a:pt x="158398" y="67840"/>
                  </a:lnTo>
                  <a:lnTo>
                    <a:pt x="248436" y="67840"/>
                  </a:lnTo>
                  <a:lnTo>
                    <a:pt x="249019" y="69351"/>
                  </a:lnTo>
                  <a:lnTo>
                    <a:pt x="249634" y="72318"/>
                  </a:lnTo>
                  <a:lnTo>
                    <a:pt x="168212" y="72318"/>
                  </a:lnTo>
                  <a:lnTo>
                    <a:pt x="166197" y="73213"/>
                  </a:lnTo>
                  <a:lnTo>
                    <a:pt x="163398" y="76758"/>
                  </a:lnTo>
                  <a:lnTo>
                    <a:pt x="162708" y="79706"/>
                  </a:lnTo>
                  <a:lnTo>
                    <a:pt x="162708" y="184881"/>
                  </a:lnTo>
                  <a:close/>
                </a:path>
                <a:path w="797560" h="226694">
                  <a:moveTo>
                    <a:pt x="158398" y="67840"/>
                  </a:moveTo>
                  <a:lnTo>
                    <a:pt x="157055" y="67560"/>
                  </a:lnTo>
                  <a:lnTo>
                    <a:pt x="156197" y="63012"/>
                  </a:lnTo>
                  <a:lnTo>
                    <a:pt x="156065" y="61627"/>
                  </a:lnTo>
                  <a:lnTo>
                    <a:pt x="156037" y="61328"/>
                  </a:lnTo>
                  <a:lnTo>
                    <a:pt x="157377" y="57414"/>
                  </a:lnTo>
                  <a:lnTo>
                    <a:pt x="157679" y="56664"/>
                  </a:lnTo>
                  <a:lnTo>
                    <a:pt x="160980" y="53789"/>
                  </a:lnTo>
                  <a:lnTo>
                    <a:pt x="158449" y="67560"/>
                  </a:lnTo>
                  <a:lnTo>
                    <a:pt x="158398" y="67840"/>
                  </a:lnTo>
                  <a:close/>
                </a:path>
                <a:path w="797560" h="226694">
                  <a:moveTo>
                    <a:pt x="200395" y="67840"/>
                  </a:moveTo>
                  <a:lnTo>
                    <a:pt x="199439" y="67840"/>
                  </a:lnTo>
                  <a:lnTo>
                    <a:pt x="198496" y="63012"/>
                  </a:lnTo>
                  <a:lnTo>
                    <a:pt x="198390" y="61328"/>
                  </a:lnTo>
                  <a:lnTo>
                    <a:pt x="199651" y="57414"/>
                  </a:lnTo>
                  <a:lnTo>
                    <a:pt x="201050" y="61328"/>
                  </a:lnTo>
                  <a:lnTo>
                    <a:pt x="200423" y="67560"/>
                  </a:lnTo>
                  <a:lnTo>
                    <a:pt x="200395" y="67840"/>
                  </a:lnTo>
                  <a:close/>
                </a:path>
                <a:path w="797560" h="226694">
                  <a:moveTo>
                    <a:pt x="205584" y="184881"/>
                  </a:moveTo>
                  <a:lnTo>
                    <a:pt x="179556" y="184881"/>
                  </a:lnTo>
                  <a:lnTo>
                    <a:pt x="179479" y="79706"/>
                  </a:lnTo>
                  <a:lnTo>
                    <a:pt x="178564" y="76758"/>
                  </a:lnTo>
                  <a:lnTo>
                    <a:pt x="175605" y="73213"/>
                  </a:lnTo>
                  <a:lnTo>
                    <a:pt x="173586" y="72318"/>
                  </a:lnTo>
                  <a:lnTo>
                    <a:pt x="211498" y="72318"/>
                  </a:lnTo>
                  <a:lnTo>
                    <a:pt x="209451" y="73213"/>
                  </a:lnTo>
                  <a:lnTo>
                    <a:pt x="206428" y="76758"/>
                  </a:lnTo>
                  <a:lnTo>
                    <a:pt x="205603" y="79706"/>
                  </a:lnTo>
                  <a:lnTo>
                    <a:pt x="205584" y="184881"/>
                  </a:lnTo>
                  <a:close/>
                </a:path>
                <a:path w="797560" h="226694">
                  <a:moveTo>
                    <a:pt x="250979" y="184881"/>
                  </a:moveTo>
                  <a:lnTo>
                    <a:pt x="222432" y="184881"/>
                  </a:lnTo>
                  <a:lnTo>
                    <a:pt x="222370" y="79706"/>
                  </a:lnTo>
                  <a:lnTo>
                    <a:pt x="221555" y="76758"/>
                  </a:lnTo>
                  <a:lnTo>
                    <a:pt x="218842" y="73213"/>
                  </a:lnTo>
                  <a:lnTo>
                    <a:pt x="216872" y="72318"/>
                  </a:lnTo>
                  <a:lnTo>
                    <a:pt x="249634" y="72318"/>
                  </a:lnTo>
                  <a:lnTo>
                    <a:pt x="250489" y="76446"/>
                  </a:lnTo>
                  <a:lnTo>
                    <a:pt x="250979" y="84296"/>
                  </a:lnTo>
                  <a:lnTo>
                    <a:pt x="250979" y="184881"/>
                  </a:lnTo>
                  <a:close/>
                </a:path>
                <a:path w="797560" h="226694">
                  <a:moveTo>
                    <a:pt x="316801" y="77747"/>
                  </a:moveTo>
                  <a:lnTo>
                    <a:pt x="303204" y="77747"/>
                  </a:lnTo>
                  <a:lnTo>
                    <a:pt x="305238" y="64775"/>
                  </a:lnTo>
                  <a:lnTo>
                    <a:pt x="305610" y="61423"/>
                  </a:lnTo>
                  <a:lnTo>
                    <a:pt x="305820" y="61067"/>
                  </a:lnTo>
                  <a:lnTo>
                    <a:pt x="305889" y="60627"/>
                  </a:lnTo>
                  <a:lnTo>
                    <a:pt x="306494" y="59517"/>
                  </a:lnTo>
                  <a:lnTo>
                    <a:pt x="337563" y="46961"/>
                  </a:lnTo>
                  <a:lnTo>
                    <a:pt x="347610" y="47843"/>
                  </a:lnTo>
                  <a:lnTo>
                    <a:pt x="378916" y="74388"/>
                  </a:lnTo>
                  <a:lnTo>
                    <a:pt x="323513" y="74388"/>
                  </a:lnTo>
                  <a:lnTo>
                    <a:pt x="318117" y="76497"/>
                  </a:lnTo>
                  <a:lnTo>
                    <a:pt x="317048" y="77481"/>
                  </a:lnTo>
                  <a:lnTo>
                    <a:pt x="316801" y="77747"/>
                  </a:lnTo>
                  <a:close/>
                </a:path>
                <a:path w="797560" h="226694">
                  <a:moveTo>
                    <a:pt x="307673" y="226133"/>
                  </a:moveTo>
                  <a:lnTo>
                    <a:pt x="277559" y="226133"/>
                  </a:lnTo>
                  <a:lnTo>
                    <a:pt x="277559" y="49256"/>
                  </a:lnTo>
                  <a:lnTo>
                    <a:pt x="307673" y="49256"/>
                  </a:lnTo>
                  <a:lnTo>
                    <a:pt x="305889" y="60627"/>
                  </a:lnTo>
                  <a:lnTo>
                    <a:pt x="303629" y="64775"/>
                  </a:lnTo>
                  <a:lnTo>
                    <a:pt x="302436" y="70852"/>
                  </a:lnTo>
                  <a:lnTo>
                    <a:pt x="302828" y="76497"/>
                  </a:lnTo>
                  <a:lnTo>
                    <a:pt x="302915" y="77747"/>
                  </a:lnTo>
                  <a:lnTo>
                    <a:pt x="316801" y="77747"/>
                  </a:lnTo>
                  <a:lnTo>
                    <a:pt x="309706" y="85359"/>
                  </a:lnTo>
                  <a:lnTo>
                    <a:pt x="307781" y="91311"/>
                  </a:lnTo>
                  <a:lnTo>
                    <a:pt x="307781" y="142826"/>
                  </a:lnTo>
                  <a:lnTo>
                    <a:pt x="309706" y="148796"/>
                  </a:lnTo>
                  <a:lnTo>
                    <a:pt x="313774" y="153200"/>
                  </a:lnTo>
                  <a:lnTo>
                    <a:pt x="316971" y="156600"/>
                  </a:lnTo>
                  <a:lnTo>
                    <a:pt x="302513" y="156600"/>
                  </a:lnTo>
                  <a:lnTo>
                    <a:pt x="301125" y="165426"/>
                  </a:lnTo>
                  <a:lnTo>
                    <a:pt x="301012" y="166148"/>
                  </a:lnTo>
                  <a:lnTo>
                    <a:pt x="303848" y="173518"/>
                  </a:lnTo>
                  <a:lnTo>
                    <a:pt x="306171" y="175306"/>
                  </a:lnTo>
                  <a:lnTo>
                    <a:pt x="307511" y="183649"/>
                  </a:lnTo>
                  <a:lnTo>
                    <a:pt x="307673" y="226133"/>
                  </a:lnTo>
                  <a:close/>
                </a:path>
                <a:path w="797560" h="226694">
                  <a:moveTo>
                    <a:pt x="305610" y="61423"/>
                  </a:moveTo>
                  <a:lnTo>
                    <a:pt x="305649" y="61067"/>
                  </a:lnTo>
                  <a:lnTo>
                    <a:pt x="305889" y="60627"/>
                  </a:lnTo>
                  <a:lnTo>
                    <a:pt x="305820" y="61067"/>
                  </a:lnTo>
                  <a:lnTo>
                    <a:pt x="305610" y="61423"/>
                  </a:lnTo>
                  <a:close/>
                </a:path>
                <a:path w="797560" h="226694">
                  <a:moveTo>
                    <a:pt x="303629" y="64775"/>
                  </a:moveTo>
                  <a:lnTo>
                    <a:pt x="305649" y="61067"/>
                  </a:lnTo>
                  <a:lnTo>
                    <a:pt x="305610" y="61423"/>
                  </a:lnTo>
                  <a:lnTo>
                    <a:pt x="303629" y="64775"/>
                  </a:lnTo>
                  <a:close/>
                </a:path>
                <a:path w="797560" h="226694">
                  <a:moveTo>
                    <a:pt x="303204" y="77747"/>
                  </a:moveTo>
                  <a:lnTo>
                    <a:pt x="302915" y="77747"/>
                  </a:lnTo>
                  <a:lnTo>
                    <a:pt x="302436" y="70852"/>
                  </a:lnTo>
                  <a:lnTo>
                    <a:pt x="303629" y="64775"/>
                  </a:lnTo>
                  <a:lnTo>
                    <a:pt x="305610" y="61423"/>
                  </a:lnTo>
                  <a:lnTo>
                    <a:pt x="305238" y="64775"/>
                  </a:lnTo>
                  <a:lnTo>
                    <a:pt x="303245" y="77481"/>
                  </a:lnTo>
                  <a:lnTo>
                    <a:pt x="303204" y="77747"/>
                  </a:lnTo>
                  <a:close/>
                </a:path>
                <a:path w="797560" h="226694">
                  <a:moveTo>
                    <a:pt x="378898" y="159748"/>
                  </a:moveTo>
                  <a:lnTo>
                    <a:pt x="338029" y="159748"/>
                  </a:lnTo>
                  <a:lnTo>
                    <a:pt x="343694" y="157566"/>
                  </a:lnTo>
                  <a:lnTo>
                    <a:pt x="351314" y="149207"/>
                  </a:lnTo>
                  <a:lnTo>
                    <a:pt x="353235" y="142826"/>
                  </a:lnTo>
                  <a:lnTo>
                    <a:pt x="353235" y="91311"/>
                  </a:lnTo>
                  <a:lnTo>
                    <a:pt x="351314" y="84930"/>
                  </a:lnTo>
                  <a:lnTo>
                    <a:pt x="343626" y="76497"/>
                  </a:lnTo>
                  <a:lnTo>
                    <a:pt x="338029" y="74388"/>
                  </a:lnTo>
                  <a:lnTo>
                    <a:pt x="378916" y="74388"/>
                  </a:lnTo>
                  <a:lnTo>
                    <a:pt x="380271" y="77481"/>
                  </a:lnTo>
                  <a:lnTo>
                    <a:pt x="382580" y="87420"/>
                  </a:lnTo>
                  <a:lnTo>
                    <a:pt x="383349" y="98513"/>
                  </a:lnTo>
                  <a:lnTo>
                    <a:pt x="383349" y="135400"/>
                  </a:lnTo>
                  <a:lnTo>
                    <a:pt x="382580" y="146591"/>
                  </a:lnTo>
                  <a:lnTo>
                    <a:pt x="380271" y="156600"/>
                  </a:lnTo>
                  <a:lnTo>
                    <a:pt x="378898" y="159748"/>
                  </a:lnTo>
                  <a:close/>
                </a:path>
                <a:path w="797560" h="226694">
                  <a:moveTo>
                    <a:pt x="306171" y="175306"/>
                  </a:moveTo>
                  <a:lnTo>
                    <a:pt x="303848" y="173518"/>
                  </a:lnTo>
                  <a:lnTo>
                    <a:pt x="301012" y="166148"/>
                  </a:lnTo>
                  <a:lnTo>
                    <a:pt x="302513" y="156600"/>
                  </a:lnTo>
                  <a:lnTo>
                    <a:pt x="303166" y="156600"/>
                  </a:lnTo>
                  <a:lnTo>
                    <a:pt x="306171" y="175306"/>
                  </a:lnTo>
                  <a:close/>
                </a:path>
                <a:path w="797560" h="226694">
                  <a:moveTo>
                    <a:pt x="337563" y="187176"/>
                  </a:moveTo>
                  <a:lnTo>
                    <a:pt x="303166" y="156600"/>
                  </a:lnTo>
                  <a:lnTo>
                    <a:pt x="316971" y="156600"/>
                  </a:lnTo>
                  <a:lnTo>
                    <a:pt x="317879" y="157566"/>
                  </a:lnTo>
                  <a:lnTo>
                    <a:pt x="323513" y="159748"/>
                  </a:lnTo>
                  <a:lnTo>
                    <a:pt x="378898" y="159748"/>
                  </a:lnTo>
                  <a:lnTo>
                    <a:pt x="376422" y="165426"/>
                  </a:lnTo>
                  <a:lnTo>
                    <a:pt x="371035" y="173070"/>
                  </a:lnTo>
                  <a:lnTo>
                    <a:pt x="364346" y="179241"/>
                  </a:lnTo>
                  <a:lnTo>
                    <a:pt x="356538" y="183649"/>
                  </a:lnTo>
                  <a:lnTo>
                    <a:pt x="347610" y="186294"/>
                  </a:lnTo>
                  <a:lnTo>
                    <a:pt x="337563" y="187176"/>
                  </a:lnTo>
                  <a:close/>
                </a:path>
                <a:path w="797560" h="226694">
                  <a:moveTo>
                    <a:pt x="467415" y="187176"/>
                  </a:moveTo>
                  <a:lnTo>
                    <a:pt x="428457" y="172958"/>
                  </a:lnTo>
                  <a:lnTo>
                    <a:pt x="414016" y="134280"/>
                  </a:lnTo>
                  <a:lnTo>
                    <a:pt x="414033" y="99633"/>
                  </a:lnTo>
                  <a:lnTo>
                    <a:pt x="428457" y="61179"/>
                  </a:lnTo>
                  <a:lnTo>
                    <a:pt x="467415" y="46961"/>
                  </a:lnTo>
                  <a:lnTo>
                    <a:pt x="478994" y="47850"/>
                  </a:lnTo>
                  <a:lnTo>
                    <a:pt x="512603" y="68914"/>
                  </a:lnTo>
                  <a:lnTo>
                    <a:pt x="515588" y="74836"/>
                  </a:lnTo>
                  <a:lnTo>
                    <a:pt x="459765" y="74836"/>
                  </a:lnTo>
                  <a:lnTo>
                    <a:pt x="453981" y="76926"/>
                  </a:lnTo>
                  <a:lnTo>
                    <a:pt x="446145" y="85247"/>
                  </a:lnTo>
                  <a:lnTo>
                    <a:pt x="444185" y="91498"/>
                  </a:lnTo>
                  <a:lnTo>
                    <a:pt x="444185" y="142639"/>
                  </a:lnTo>
                  <a:lnTo>
                    <a:pt x="446145" y="148908"/>
                  </a:lnTo>
                  <a:lnTo>
                    <a:pt x="453981" y="157230"/>
                  </a:lnTo>
                  <a:lnTo>
                    <a:pt x="459765" y="159301"/>
                  </a:lnTo>
                  <a:lnTo>
                    <a:pt x="515568" y="159301"/>
                  </a:lnTo>
                  <a:lnTo>
                    <a:pt x="512603" y="165209"/>
                  </a:lnTo>
                  <a:lnTo>
                    <a:pt x="506260" y="172958"/>
                  </a:lnTo>
                  <a:lnTo>
                    <a:pt x="498417" y="179178"/>
                  </a:lnTo>
                  <a:lnTo>
                    <a:pt x="489328" y="183621"/>
                  </a:lnTo>
                  <a:lnTo>
                    <a:pt x="478994" y="186287"/>
                  </a:lnTo>
                  <a:lnTo>
                    <a:pt x="467415" y="187176"/>
                  </a:lnTo>
                  <a:close/>
                </a:path>
                <a:path w="797560" h="226694">
                  <a:moveTo>
                    <a:pt x="515568" y="159301"/>
                  </a:moveTo>
                  <a:lnTo>
                    <a:pt x="475027" y="159301"/>
                  </a:lnTo>
                  <a:lnTo>
                    <a:pt x="480792" y="157230"/>
                  </a:lnTo>
                  <a:lnTo>
                    <a:pt x="488666" y="148908"/>
                  </a:lnTo>
                  <a:lnTo>
                    <a:pt x="490644" y="142639"/>
                  </a:lnTo>
                  <a:lnTo>
                    <a:pt x="490644" y="91498"/>
                  </a:lnTo>
                  <a:lnTo>
                    <a:pt x="488666" y="85247"/>
                  </a:lnTo>
                  <a:lnTo>
                    <a:pt x="484710" y="81105"/>
                  </a:lnTo>
                  <a:lnTo>
                    <a:pt x="480792" y="76926"/>
                  </a:lnTo>
                  <a:lnTo>
                    <a:pt x="475027" y="74836"/>
                  </a:lnTo>
                  <a:lnTo>
                    <a:pt x="515588" y="74836"/>
                  </a:lnTo>
                  <a:lnTo>
                    <a:pt x="517133" y="77901"/>
                  </a:lnTo>
                  <a:lnTo>
                    <a:pt x="519851" y="88141"/>
                  </a:lnTo>
                  <a:lnTo>
                    <a:pt x="520758" y="99633"/>
                  </a:lnTo>
                  <a:lnTo>
                    <a:pt x="520758" y="134280"/>
                  </a:lnTo>
                  <a:lnTo>
                    <a:pt x="519851" y="145870"/>
                  </a:lnTo>
                  <a:lnTo>
                    <a:pt x="517133" y="156180"/>
                  </a:lnTo>
                  <a:lnTo>
                    <a:pt x="515568" y="159301"/>
                  </a:lnTo>
                  <a:close/>
                </a:path>
                <a:path w="797560" h="226694">
                  <a:moveTo>
                    <a:pt x="596735" y="76516"/>
                  </a:moveTo>
                  <a:lnTo>
                    <a:pt x="581650" y="76516"/>
                  </a:lnTo>
                  <a:lnTo>
                    <a:pt x="584672" y="63586"/>
                  </a:lnTo>
                  <a:lnTo>
                    <a:pt x="591221" y="54350"/>
                  </a:lnTo>
                  <a:lnTo>
                    <a:pt x="601297" y="48809"/>
                  </a:lnTo>
                  <a:lnTo>
                    <a:pt x="614898" y="46961"/>
                  </a:lnTo>
                  <a:lnTo>
                    <a:pt x="625344" y="47832"/>
                  </a:lnTo>
                  <a:lnTo>
                    <a:pt x="658396" y="73941"/>
                  </a:lnTo>
                  <a:lnTo>
                    <a:pt x="602771" y="73941"/>
                  </a:lnTo>
                  <a:lnTo>
                    <a:pt x="597157" y="76124"/>
                  </a:lnTo>
                  <a:lnTo>
                    <a:pt x="596735" y="76516"/>
                  </a:lnTo>
                  <a:close/>
                </a:path>
                <a:path w="797560" h="226694">
                  <a:moveTo>
                    <a:pt x="586855" y="184881"/>
                  </a:moveTo>
                  <a:lnTo>
                    <a:pt x="556741" y="184881"/>
                  </a:lnTo>
                  <a:lnTo>
                    <a:pt x="556741" y="49256"/>
                  </a:lnTo>
                  <a:lnTo>
                    <a:pt x="586408" y="49256"/>
                  </a:lnTo>
                  <a:lnTo>
                    <a:pt x="581718" y="76124"/>
                  </a:lnTo>
                  <a:lnTo>
                    <a:pt x="581650" y="76516"/>
                  </a:lnTo>
                  <a:lnTo>
                    <a:pt x="596735" y="76516"/>
                  </a:lnTo>
                  <a:lnTo>
                    <a:pt x="589061" y="84856"/>
                  </a:lnTo>
                  <a:lnTo>
                    <a:pt x="588259" y="87032"/>
                  </a:lnTo>
                  <a:lnTo>
                    <a:pt x="586903" y="91311"/>
                  </a:lnTo>
                  <a:lnTo>
                    <a:pt x="586855" y="184881"/>
                  </a:lnTo>
                  <a:close/>
                </a:path>
                <a:path w="797560" h="226694">
                  <a:moveTo>
                    <a:pt x="663204" y="110380"/>
                  </a:moveTo>
                  <a:lnTo>
                    <a:pt x="633090" y="110380"/>
                  </a:lnTo>
                  <a:lnTo>
                    <a:pt x="633090" y="91311"/>
                  </a:lnTo>
                  <a:lnTo>
                    <a:pt x="631112" y="84856"/>
                  </a:lnTo>
                  <a:lnTo>
                    <a:pt x="623238" y="76124"/>
                  </a:lnTo>
                  <a:lnTo>
                    <a:pt x="617548" y="73941"/>
                  </a:lnTo>
                  <a:lnTo>
                    <a:pt x="658396" y="73941"/>
                  </a:lnTo>
                  <a:lnTo>
                    <a:pt x="659915" y="77159"/>
                  </a:lnTo>
                  <a:lnTo>
                    <a:pt x="662381" y="87032"/>
                  </a:lnTo>
                  <a:lnTo>
                    <a:pt x="663204" y="98065"/>
                  </a:lnTo>
                  <a:lnTo>
                    <a:pt x="663204" y="110380"/>
                  </a:lnTo>
                  <a:close/>
                </a:path>
                <a:path w="797560" h="226694">
                  <a:moveTo>
                    <a:pt x="746989" y="49256"/>
                  </a:moveTo>
                  <a:lnTo>
                    <a:pt x="716819" y="49256"/>
                  </a:lnTo>
                  <a:lnTo>
                    <a:pt x="716819" y="14888"/>
                  </a:lnTo>
                  <a:lnTo>
                    <a:pt x="746989" y="14888"/>
                  </a:lnTo>
                  <a:lnTo>
                    <a:pt x="746989" y="49256"/>
                  </a:lnTo>
                  <a:close/>
                </a:path>
                <a:path w="797560" h="226694">
                  <a:moveTo>
                    <a:pt x="797421" y="77579"/>
                  </a:moveTo>
                  <a:lnTo>
                    <a:pt x="681276" y="77579"/>
                  </a:lnTo>
                  <a:lnTo>
                    <a:pt x="681276" y="49256"/>
                  </a:lnTo>
                  <a:lnTo>
                    <a:pt x="797421" y="49256"/>
                  </a:lnTo>
                  <a:lnTo>
                    <a:pt x="797421" y="77579"/>
                  </a:lnTo>
                  <a:close/>
                </a:path>
                <a:path w="797560" h="226694">
                  <a:moveTo>
                    <a:pt x="795126" y="184881"/>
                  </a:moveTo>
                  <a:lnTo>
                    <a:pt x="756001" y="184881"/>
                  </a:lnTo>
                  <a:lnTo>
                    <a:pt x="747384" y="184251"/>
                  </a:lnTo>
                  <a:lnTo>
                    <a:pt x="717473" y="155316"/>
                  </a:lnTo>
                  <a:lnTo>
                    <a:pt x="716819" y="146874"/>
                  </a:lnTo>
                  <a:lnTo>
                    <a:pt x="716819" y="77579"/>
                  </a:lnTo>
                  <a:lnTo>
                    <a:pt x="746989" y="77579"/>
                  </a:lnTo>
                  <a:lnTo>
                    <a:pt x="746989" y="150494"/>
                  </a:lnTo>
                  <a:lnTo>
                    <a:pt x="747642" y="153013"/>
                  </a:lnTo>
                  <a:lnTo>
                    <a:pt x="750291" y="155849"/>
                  </a:lnTo>
                  <a:lnTo>
                    <a:pt x="752642" y="156558"/>
                  </a:lnTo>
                  <a:lnTo>
                    <a:pt x="795126" y="156558"/>
                  </a:lnTo>
                  <a:lnTo>
                    <a:pt x="795126" y="184881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91289" y="5690763"/>
            <a:ext cx="14575155" cy="675640"/>
            <a:chOff x="491289" y="5690763"/>
            <a:chExt cx="14575155" cy="675640"/>
          </a:xfrm>
        </p:grpSpPr>
        <p:sp>
          <p:nvSpPr>
            <p:cNvPr id="7" name="object 7"/>
            <p:cNvSpPr/>
            <p:nvPr/>
          </p:nvSpPr>
          <p:spPr>
            <a:xfrm>
              <a:off x="491289" y="5690763"/>
              <a:ext cx="14575155" cy="675640"/>
            </a:xfrm>
            <a:custGeom>
              <a:avLst/>
              <a:gdLst/>
              <a:ahLst/>
              <a:cxnLst/>
              <a:rect l="l" t="t" r="r" b="b"/>
              <a:pathLst>
                <a:path w="14575155" h="675639">
                  <a:moveTo>
                    <a:pt x="14498413" y="675522"/>
                  </a:moveTo>
                  <a:lnTo>
                    <a:pt x="76505" y="675522"/>
                  </a:lnTo>
                  <a:lnTo>
                    <a:pt x="71180" y="674998"/>
                  </a:lnTo>
                  <a:lnTo>
                    <a:pt x="31920" y="658735"/>
                  </a:lnTo>
                  <a:lnTo>
                    <a:pt x="4175" y="620008"/>
                  </a:lnTo>
                  <a:lnTo>
                    <a:pt x="0" y="599018"/>
                  </a:lnTo>
                  <a:lnTo>
                    <a:pt x="0" y="593641"/>
                  </a:lnTo>
                  <a:lnTo>
                    <a:pt x="0" y="76504"/>
                  </a:lnTo>
                  <a:lnTo>
                    <a:pt x="16786" y="31920"/>
                  </a:lnTo>
                  <a:lnTo>
                    <a:pt x="55513" y="4174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4"/>
                  </a:lnTo>
                  <a:lnTo>
                    <a:pt x="14574918" y="599018"/>
                  </a:lnTo>
                  <a:lnTo>
                    <a:pt x="14558132" y="643601"/>
                  </a:lnTo>
                  <a:lnTo>
                    <a:pt x="14519404" y="671346"/>
                  </a:lnTo>
                  <a:lnTo>
                    <a:pt x="14503737" y="674998"/>
                  </a:lnTo>
                  <a:lnTo>
                    <a:pt x="14498413" y="675522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08956" y="5923294"/>
              <a:ext cx="393065" cy="179705"/>
            </a:xfrm>
            <a:custGeom>
              <a:avLst/>
              <a:gdLst/>
              <a:ahLst/>
              <a:cxnLst/>
              <a:rect l="l" t="t" r="r" b="b"/>
              <a:pathLst>
                <a:path w="393064" h="179704">
                  <a:moveTo>
                    <a:pt x="66832" y="43771"/>
                  </a:moveTo>
                  <a:lnTo>
                    <a:pt x="36662" y="43771"/>
                  </a:lnTo>
                  <a:lnTo>
                    <a:pt x="36662" y="36382"/>
                  </a:lnTo>
                  <a:lnTo>
                    <a:pt x="59136" y="2462"/>
                  </a:lnTo>
                  <a:lnTo>
                    <a:pt x="74669" y="0"/>
                  </a:lnTo>
                  <a:lnTo>
                    <a:pt x="118384" y="0"/>
                  </a:lnTo>
                  <a:lnTo>
                    <a:pt x="118384" y="28322"/>
                  </a:lnTo>
                  <a:lnTo>
                    <a:pt x="72019" y="28322"/>
                  </a:lnTo>
                  <a:lnTo>
                    <a:pt x="70041" y="28975"/>
                  </a:lnTo>
                  <a:lnTo>
                    <a:pt x="67467" y="31550"/>
                  </a:lnTo>
                  <a:lnTo>
                    <a:pt x="66832" y="33509"/>
                  </a:lnTo>
                  <a:lnTo>
                    <a:pt x="66832" y="43771"/>
                  </a:lnTo>
                  <a:close/>
                </a:path>
                <a:path w="393064" h="179704">
                  <a:moveTo>
                    <a:pt x="118384" y="72094"/>
                  </a:moveTo>
                  <a:lnTo>
                    <a:pt x="0" y="72094"/>
                  </a:lnTo>
                  <a:lnTo>
                    <a:pt x="0" y="43771"/>
                  </a:lnTo>
                  <a:lnTo>
                    <a:pt x="118384" y="43771"/>
                  </a:lnTo>
                  <a:lnTo>
                    <a:pt x="118384" y="72094"/>
                  </a:lnTo>
                  <a:close/>
                </a:path>
                <a:path w="393064" h="179704">
                  <a:moveTo>
                    <a:pt x="66832" y="176876"/>
                  </a:moveTo>
                  <a:lnTo>
                    <a:pt x="36662" y="176876"/>
                  </a:lnTo>
                  <a:lnTo>
                    <a:pt x="36662" y="72094"/>
                  </a:lnTo>
                  <a:lnTo>
                    <a:pt x="66832" y="72094"/>
                  </a:lnTo>
                  <a:lnTo>
                    <a:pt x="66832" y="176876"/>
                  </a:lnTo>
                  <a:close/>
                </a:path>
                <a:path w="393064" h="179704">
                  <a:moveTo>
                    <a:pt x="197188" y="179172"/>
                  </a:moveTo>
                  <a:lnTo>
                    <a:pt x="158230" y="164954"/>
                  </a:lnTo>
                  <a:lnTo>
                    <a:pt x="143789" y="126276"/>
                  </a:lnTo>
                  <a:lnTo>
                    <a:pt x="143806" y="91628"/>
                  </a:lnTo>
                  <a:lnTo>
                    <a:pt x="158230" y="53174"/>
                  </a:lnTo>
                  <a:lnTo>
                    <a:pt x="197188" y="38957"/>
                  </a:lnTo>
                  <a:lnTo>
                    <a:pt x="208767" y="39846"/>
                  </a:lnTo>
                  <a:lnTo>
                    <a:pt x="242376" y="60909"/>
                  </a:lnTo>
                  <a:lnTo>
                    <a:pt x="245362" y="66832"/>
                  </a:lnTo>
                  <a:lnTo>
                    <a:pt x="189538" y="66832"/>
                  </a:lnTo>
                  <a:lnTo>
                    <a:pt x="183754" y="68921"/>
                  </a:lnTo>
                  <a:lnTo>
                    <a:pt x="175918" y="77243"/>
                  </a:lnTo>
                  <a:lnTo>
                    <a:pt x="173959" y="83493"/>
                  </a:lnTo>
                  <a:lnTo>
                    <a:pt x="173959" y="134635"/>
                  </a:lnTo>
                  <a:lnTo>
                    <a:pt x="175918" y="140904"/>
                  </a:lnTo>
                  <a:lnTo>
                    <a:pt x="183754" y="149226"/>
                  </a:lnTo>
                  <a:lnTo>
                    <a:pt x="189538" y="151297"/>
                  </a:lnTo>
                  <a:lnTo>
                    <a:pt x="245341" y="151297"/>
                  </a:lnTo>
                  <a:lnTo>
                    <a:pt x="242376" y="157205"/>
                  </a:lnTo>
                  <a:lnTo>
                    <a:pt x="236034" y="164954"/>
                  </a:lnTo>
                  <a:lnTo>
                    <a:pt x="228190" y="171174"/>
                  </a:lnTo>
                  <a:lnTo>
                    <a:pt x="219102" y="175617"/>
                  </a:lnTo>
                  <a:lnTo>
                    <a:pt x="208767" y="178283"/>
                  </a:lnTo>
                  <a:lnTo>
                    <a:pt x="197188" y="179172"/>
                  </a:lnTo>
                  <a:close/>
                </a:path>
                <a:path w="393064" h="179704">
                  <a:moveTo>
                    <a:pt x="245341" y="151297"/>
                  </a:moveTo>
                  <a:lnTo>
                    <a:pt x="204800" y="151297"/>
                  </a:lnTo>
                  <a:lnTo>
                    <a:pt x="210566" y="149226"/>
                  </a:lnTo>
                  <a:lnTo>
                    <a:pt x="218439" y="140904"/>
                  </a:lnTo>
                  <a:lnTo>
                    <a:pt x="220417" y="134635"/>
                  </a:lnTo>
                  <a:lnTo>
                    <a:pt x="220417" y="83493"/>
                  </a:lnTo>
                  <a:lnTo>
                    <a:pt x="218439" y="77243"/>
                  </a:lnTo>
                  <a:lnTo>
                    <a:pt x="214484" y="73101"/>
                  </a:lnTo>
                  <a:lnTo>
                    <a:pt x="210566" y="68921"/>
                  </a:lnTo>
                  <a:lnTo>
                    <a:pt x="204800" y="66832"/>
                  </a:lnTo>
                  <a:lnTo>
                    <a:pt x="245362" y="66832"/>
                  </a:lnTo>
                  <a:lnTo>
                    <a:pt x="246906" y="69896"/>
                  </a:lnTo>
                  <a:lnTo>
                    <a:pt x="249625" y="80136"/>
                  </a:lnTo>
                  <a:lnTo>
                    <a:pt x="250531" y="91628"/>
                  </a:lnTo>
                  <a:lnTo>
                    <a:pt x="250531" y="126276"/>
                  </a:lnTo>
                  <a:lnTo>
                    <a:pt x="249625" y="137866"/>
                  </a:lnTo>
                  <a:lnTo>
                    <a:pt x="246906" y="148176"/>
                  </a:lnTo>
                  <a:lnTo>
                    <a:pt x="245341" y="151297"/>
                  </a:lnTo>
                  <a:close/>
                </a:path>
                <a:path w="393064" h="179704">
                  <a:moveTo>
                    <a:pt x="326507" y="68511"/>
                  </a:moveTo>
                  <a:lnTo>
                    <a:pt x="311423" y="68511"/>
                  </a:lnTo>
                  <a:lnTo>
                    <a:pt x="314446" y="55581"/>
                  </a:lnTo>
                  <a:lnTo>
                    <a:pt x="320995" y="46346"/>
                  </a:lnTo>
                  <a:lnTo>
                    <a:pt x="331070" y="40804"/>
                  </a:lnTo>
                  <a:lnTo>
                    <a:pt x="344671" y="38957"/>
                  </a:lnTo>
                  <a:lnTo>
                    <a:pt x="355117" y="39828"/>
                  </a:lnTo>
                  <a:lnTo>
                    <a:pt x="388170" y="65936"/>
                  </a:lnTo>
                  <a:lnTo>
                    <a:pt x="332544" y="65936"/>
                  </a:lnTo>
                  <a:lnTo>
                    <a:pt x="326931" y="68119"/>
                  </a:lnTo>
                  <a:lnTo>
                    <a:pt x="326507" y="68511"/>
                  </a:lnTo>
                  <a:close/>
                </a:path>
                <a:path w="393064" h="179704">
                  <a:moveTo>
                    <a:pt x="316629" y="176876"/>
                  </a:moveTo>
                  <a:lnTo>
                    <a:pt x="286515" y="176876"/>
                  </a:lnTo>
                  <a:lnTo>
                    <a:pt x="286515" y="41252"/>
                  </a:lnTo>
                  <a:lnTo>
                    <a:pt x="316181" y="41252"/>
                  </a:lnTo>
                  <a:lnTo>
                    <a:pt x="311491" y="68119"/>
                  </a:lnTo>
                  <a:lnTo>
                    <a:pt x="311423" y="68511"/>
                  </a:lnTo>
                  <a:lnTo>
                    <a:pt x="326507" y="68511"/>
                  </a:lnTo>
                  <a:lnTo>
                    <a:pt x="318662" y="77038"/>
                  </a:lnTo>
                  <a:lnTo>
                    <a:pt x="316676" y="83307"/>
                  </a:lnTo>
                  <a:lnTo>
                    <a:pt x="316629" y="176876"/>
                  </a:lnTo>
                  <a:close/>
                </a:path>
                <a:path w="393064" h="179704">
                  <a:moveTo>
                    <a:pt x="392977" y="102375"/>
                  </a:moveTo>
                  <a:lnTo>
                    <a:pt x="362863" y="102375"/>
                  </a:lnTo>
                  <a:lnTo>
                    <a:pt x="362863" y="83307"/>
                  </a:lnTo>
                  <a:lnTo>
                    <a:pt x="360942" y="77038"/>
                  </a:lnTo>
                  <a:lnTo>
                    <a:pt x="360885" y="76851"/>
                  </a:lnTo>
                  <a:lnTo>
                    <a:pt x="356930" y="72485"/>
                  </a:lnTo>
                  <a:lnTo>
                    <a:pt x="353012" y="68119"/>
                  </a:lnTo>
                  <a:lnTo>
                    <a:pt x="347321" y="65936"/>
                  </a:lnTo>
                  <a:lnTo>
                    <a:pt x="388170" y="65936"/>
                  </a:lnTo>
                  <a:lnTo>
                    <a:pt x="389688" y="69155"/>
                  </a:lnTo>
                  <a:lnTo>
                    <a:pt x="392155" y="79027"/>
                  </a:lnTo>
                  <a:lnTo>
                    <a:pt x="392977" y="90061"/>
                  </a:lnTo>
                  <a:lnTo>
                    <a:pt x="392977" y="102375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7302" y="5915290"/>
              <a:ext cx="245493" cy="184881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491289" y="6611930"/>
            <a:ext cx="14575155" cy="655320"/>
          </a:xfrm>
          <a:custGeom>
            <a:avLst/>
            <a:gdLst/>
            <a:ahLst/>
            <a:cxnLst/>
            <a:rect l="l" t="t" r="r" b="b"/>
            <a:pathLst>
              <a:path w="14575155" h="655320">
                <a:moveTo>
                  <a:pt x="14498413" y="655051"/>
                </a:moveTo>
                <a:lnTo>
                  <a:pt x="76505" y="655051"/>
                </a:lnTo>
                <a:lnTo>
                  <a:pt x="71180" y="654527"/>
                </a:lnTo>
                <a:lnTo>
                  <a:pt x="31920" y="638264"/>
                </a:lnTo>
                <a:lnTo>
                  <a:pt x="4175" y="599537"/>
                </a:lnTo>
                <a:lnTo>
                  <a:pt x="0" y="578547"/>
                </a:lnTo>
                <a:lnTo>
                  <a:pt x="0" y="573170"/>
                </a:lnTo>
                <a:lnTo>
                  <a:pt x="0" y="76504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4"/>
                </a:lnTo>
                <a:lnTo>
                  <a:pt x="14574918" y="578547"/>
                </a:lnTo>
                <a:lnTo>
                  <a:pt x="14558132" y="623131"/>
                </a:lnTo>
                <a:lnTo>
                  <a:pt x="14519404" y="650875"/>
                </a:lnTo>
                <a:lnTo>
                  <a:pt x="14503737" y="654527"/>
                </a:lnTo>
                <a:lnTo>
                  <a:pt x="14498413" y="65505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1351039"/>
            <a:ext cx="102352" cy="102351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4851482" y="1207747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4" h="429894">
                <a:moveTo>
                  <a:pt x="865133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3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3"/>
                </a:lnTo>
                <a:lnTo>
                  <a:pt x="924850" y="397957"/>
                </a:lnTo>
                <a:lnTo>
                  <a:pt x="886123" y="425702"/>
                </a:lnTo>
                <a:lnTo>
                  <a:pt x="870457" y="429353"/>
                </a:lnTo>
                <a:lnTo>
                  <a:pt x="865133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4073602"/>
            <a:ext cx="102352" cy="10235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4554656"/>
            <a:ext cx="122822" cy="122822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596690" y="4421598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5">
                <a:moveTo>
                  <a:pt x="865132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0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19"/>
                </a:lnTo>
                <a:lnTo>
                  <a:pt x="55514" y="4174"/>
                </a:lnTo>
                <a:lnTo>
                  <a:pt x="76505" y="0"/>
                </a:lnTo>
                <a:lnTo>
                  <a:pt x="865132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2"/>
                </a:lnTo>
                <a:lnTo>
                  <a:pt x="924851" y="397956"/>
                </a:lnTo>
                <a:lnTo>
                  <a:pt x="886123" y="425702"/>
                </a:lnTo>
                <a:lnTo>
                  <a:pt x="870457" y="429353"/>
                </a:lnTo>
                <a:lnTo>
                  <a:pt x="865132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991" y="5209708"/>
            <a:ext cx="122822" cy="12282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09408" y="1174576"/>
            <a:ext cx="12091670" cy="4984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25"/>
              </a:spcBef>
              <a:tabLst>
                <a:tab pos="4274820" algn="l"/>
              </a:tabLst>
            </a:pPr>
            <a:r>
              <a:rPr sz="2550" b="1" spc="-55" dirty="0">
                <a:solidFill>
                  <a:srgbClr val="04182D"/>
                </a:solidFill>
                <a:latin typeface="Tahoma"/>
                <a:cs typeface="Tahoma"/>
              </a:rPr>
              <a:t>Processing</a:t>
            </a:r>
            <a:r>
              <a:rPr sz="2550" b="1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string</a:t>
            </a:r>
            <a:r>
              <a:rPr sz="2550" spc="-7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using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endParaRPr sz="22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2550">
              <a:latin typeface="Courier New"/>
              <a:cs typeface="Courier New"/>
            </a:endParaRPr>
          </a:p>
          <a:p>
            <a:pPr marL="974090">
              <a:lnSpc>
                <a:spcPct val="100000"/>
              </a:lnSpc>
            </a:pP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nlp</a:t>
            </a:r>
            <a:r>
              <a:rPr sz="180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spacy.load(</a:t>
            </a:r>
            <a:r>
              <a:rPr sz="1800" spc="-10" dirty="0">
                <a:solidFill>
                  <a:srgbClr val="BE2F72"/>
                </a:solidFill>
                <a:latin typeface="Courier New"/>
                <a:cs typeface="Courier New"/>
              </a:rPr>
              <a:t>"en_core_web_sm"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12700" marR="6024880">
              <a:lnSpc>
                <a:spcPct val="141800"/>
              </a:lnSpc>
              <a:tabLst>
                <a:tab pos="974090" algn="l"/>
              </a:tabLst>
            </a:pP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text</a:t>
            </a:r>
            <a:r>
              <a:rPr sz="180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1800" dirty="0">
                <a:solidFill>
                  <a:srgbClr val="BE2F72"/>
                </a:solidFill>
                <a:latin typeface="Courier New"/>
                <a:cs typeface="Courier New"/>
              </a:rPr>
              <a:t>"A</a:t>
            </a:r>
            <a:r>
              <a:rPr sz="1800" spc="-3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BE2F72"/>
                </a:solidFill>
                <a:latin typeface="Courier New"/>
                <a:cs typeface="Courier New"/>
              </a:rPr>
              <a:t>spaCy</a:t>
            </a:r>
            <a:r>
              <a:rPr sz="1800" spc="-2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BE2F72"/>
                </a:solidFill>
                <a:latin typeface="Courier New"/>
                <a:cs typeface="Courier New"/>
              </a:rPr>
              <a:t>pipeline</a:t>
            </a:r>
            <a:r>
              <a:rPr sz="1800" spc="-1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BE2F72"/>
                </a:solidFill>
                <a:latin typeface="Courier New"/>
                <a:cs typeface="Courier New"/>
              </a:rPr>
              <a:t>object</a:t>
            </a:r>
            <a:r>
              <a:rPr sz="1800" spc="-2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BE2F72"/>
                </a:solidFill>
                <a:latin typeface="Courier New"/>
                <a:cs typeface="Courier New"/>
              </a:rPr>
              <a:t>is</a:t>
            </a:r>
            <a:r>
              <a:rPr sz="1800" spc="-1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BE2F72"/>
                </a:solidFill>
                <a:latin typeface="Courier New"/>
                <a:cs typeface="Courier New"/>
              </a:rPr>
              <a:t>created."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doc</a:t>
            </a:r>
            <a:r>
              <a:rPr sz="180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nlp(text)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20"/>
              </a:spcBef>
            </a:pPr>
            <a:endParaRPr sz="1800">
              <a:latin typeface="Courier New"/>
              <a:cs typeface="Courier New"/>
            </a:endParaRPr>
          </a:p>
          <a:p>
            <a:pPr marL="250190">
              <a:lnSpc>
                <a:spcPct val="100000"/>
              </a:lnSpc>
            </a:pPr>
            <a:r>
              <a:rPr sz="2550" b="1" spc="-35" dirty="0">
                <a:solidFill>
                  <a:srgbClr val="04182D"/>
                </a:solidFill>
                <a:latin typeface="Tahoma"/>
                <a:cs typeface="Tahoma"/>
              </a:rPr>
              <a:t>Tokenization</a:t>
            </a:r>
            <a:endParaRPr sz="2550">
              <a:latin typeface="Tahoma"/>
              <a:cs typeface="Tahoma"/>
            </a:endParaRPr>
          </a:p>
          <a:p>
            <a:pPr marL="618490">
              <a:lnSpc>
                <a:spcPct val="100000"/>
              </a:lnSpc>
              <a:spcBef>
                <a:spcPts val="810"/>
              </a:spcBef>
              <a:tabLst>
                <a:tab pos="1022985" algn="l"/>
              </a:tabLst>
            </a:pPr>
            <a:r>
              <a:rPr sz="2550" spc="204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Token</a:t>
            </a:r>
            <a:r>
              <a:rPr sz="2250" spc="38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defined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as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smallest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meaningful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part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text.</a:t>
            </a:r>
            <a:endParaRPr sz="2550">
              <a:latin typeface="Tahoma"/>
              <a:cs typeface="Tahoma"/>
            </a:endParaRPr>
          </a:p>
          <a:p>
            <a:pPr marL="618490">
              <a:lnSpc>
                <a:spcPct val="100000"/>
              </a:lnSpc>
              <a:spcBef>
                <a:spcPts val="2100"/>
              </a:spcBef>
            </a:pPr>
            <a:r>
              <a:rPr sz="2550" b="1" spc="-135" dirty="0">
                <a:solidFill>
                  <a:srgbClr val="04182D"/>
                </a:solidFill>
                <a:latin typeface="Tahoma"/>
                <a:cs typeface="Tahoma"/>
              </a:rPr>
              <a:t>Tokenization</a:t>
            </a:r>
            <a:r>
              <a:rPr sz="2550" spc="-135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process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dividing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text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into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list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meaningful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tokens</a:t>
            </a: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3034665" algn="l"/>
                <a:tab pos="4271010" algn="l"/>
              </a:tabLst>
            </a:pP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([token.text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token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doc])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9408" y="6779369"/>
            <a:ext cx="7995284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['A',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'spaCy',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'pipeline',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'object',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'is',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'created',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'.']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0390" y="2973046"/>
            <a:ext cx="8255634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marL="61594" algn="ctr">
              <a:lnSpc>
                <a:spcPct val="100000"/>
              </a:lnSpc>
              <a:spcBef>
                <a:spcPts val="2860"/>
              </a:spcBef>
            </a:pPr>
            <a:r>
              <a:rPr sz="6450" spc="-500" dirty="0"/>
              <a:t>Let's</a:t>
            </a:r>
            <a:r>
              <a:rPr sz="6450" spc="-330" dirty="0"/>
              <a:t> </a:t>
            </a:r>
            <a:r>
              <a:rPr sz="6450" spc="-295" dirty="0"/>
              <a:t>practice!</a:t>
            </a:r>
            <a:endParaRPr sz="6450"/>
          </a:p>
          <a:p>
            <a:pPr algn="ctr">
              <a:lnSpc>
                <a:spcPct val="100000"/>
              </a:lnSpc>
              <a:spcBef>
                <a:spcPts val="969"/>
              </a:spcBef>
              <a:tabLst>
                <a:tab pos="1708785" algn="l"/>
                <a:tab pos="3754120" algn="l"/>
                <a:tab pos="6116955" algn="l"/>
                <a:tab pos="7137400" algn="l"/>
              </a:tabLst>
            </a:pP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65" dirty="0"/>
              <a:t>AT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50" dirty="0"/>
              <a:t>L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80" dirty="0"/>
              <a:t>G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55" dirty="0"/>
              <a:t> </a:t>
            </a:r>
            <a:r>
              <a:rPr sz="2250" spc="210" dirty="0"/>
              <a:t>AG</a:t>
            </a:r>
            <a:r>
              <a:rPr sz="2250" spc="-335" dirty="0"/>
              <a:t> </a:t>
            </a:r>
            <a:r>
              <a:rPr sz="2250" spc="-50" dirty="0"/>
              <a:t>E</a:t>
            </a:r>
            <a:r>
              <a:rPr sz="2250" dirty="0"/>
              <a:t>	</a:t>
            </a:r>
            <a:r>
              <a:rPr sz="2250" spc="-95" dirty="0"/>
              <a:t>P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204" dirty="0"/>
              <a:t>PAC</a:t>
            </a:r>
            <a:r>
              <a:rPr sz="2250" spc="-335" dirty="0"/>
              <a:t> </a:t>
            </a:r>
            <a:r>
              <a:rPr sz="2250" spc="-50" dirty="0"/>
              <a:t>Y</a:t>
            </a:r>
            <a:endParaRPr sz="22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72056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2860"/>
              </a:spcBef>
            </a:pPr>
            <a:r>
              <a:rPr spc="-65" dirty="0"/>
              <a:t>spaCy</a:t>
            </a:r>
            <a:r>
              <a:rPr spc="-380" dirty="0"/>
              <a:t> </a:t>
            </a:r>
            <a:r>
              <a:rPr spc="-270" dirty="0"/>
              <a:t>basics</a:t>
            </a:r>
          </a:p>
          <a:p>
            <a:pPr algn="ctr">
              <a:lnSpc>
                <a:spcPct val="100000"/>
              </a:lnSpc>
              <a:spcBef>
                <a:spcPts val="969"/>
              </a:spcBef>
              <a:tabLst>
                <a:tab pos="1708785" algn="l"/>
                <a:tab pos="3754120" algn="l"/>
                <a:tab pos="6116955" algn="l"/>
                <a:tab pos="7137400" algn="l"/>
              </a:tabLst>
            </a:pP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65" dirty="0"/>
              <a:t>AT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50" dirty="0"/>
              <a:t>L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80" dirty="0"/>
              <a:t>G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55" dirty="0"/>
              <a:t> </a:t>
            </a:r>
            <a:r>
              <a:rPr sz="2250" spc="210" dirty="0"/>
              <a:t>AG</a:t>
            </a:r>
            <a:r>
              <a:rPr sz="2250" spc="-335" dirty="0"/>
              <a:t> </a:t>
            </a:r>
            <a:r>
              <a:rPr sz="2250" spc="-50" dirty="0"/>
              <a:t>E</a:t>
            </a:r>
            <a:r>
              <a:rPr sz="2250" dirty="0"/>
              <a:t>	</a:t>
            </a:r>
            <a:r>
              <a:rPr sz="2250" spc="-95" dirty="0"/>
              <a:t>P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204" dirty="0"/>
              <a:t>PAC</a:t>
            </a:r>
            <a:r>
              <a:rPr sz="2250" spc="-335" dirty="0"/>
              <a:t> </a:t>
            </a:r>
            <a:r>
              <a:rPr sz="2250" spc="-50" dirty="0"/>
              <a:t>Y</a:t>
            </a:r>
            <a:endParaRPr sz="2250"/>
          </a:p>
        </p:txBody>
      </p:sp>
      <p:grpSp>
        <p:nvGrpSpPr>
          <p:cNvPr id="3" name="object 3"/>
          <p:cNvGrpSpPr/>
          <p:nvPr/>
        </p:nvGrpSpPr>
        <p:grpSpPr>
          <a:xfrm>
            <a:off x="7287459" y="4544427"/>
            <a:ext cx="982980" cy="982980"/>
            <a:chOff x="7287459" y="4544427"/>
            <a:chExt cx="982980" cy="982980"/>
          </a:xfrm>
        </p:grpSpPr>
        <p:sp>
          <p:nvSpPr>
            <p:cNvPr id="4" name="object 4"/>
            <p:cNvSpPr/>
            <p:nvPr/>
          </p:nvSpPr>
          <p:spPr>
            <a:xfrm>
              <a:off x="7287459" y="4544427"/>
              <a:ext cx="982980" cy="982980"/>
            </a:xfrm>
            <a:custGeom>
              <a:avLst/>
              <a:gdLst/>
              <a:ahLst/>
              <a:cxnLst/>
              <a:rect l="l" t="t" r="r" b="b"/>
              <a:pathLst>
                <a:path w="982979" h="982979">
                  <a:moveTo>
                    <a:pt x="491289" y="982578"/>
                  </a:moveTo>
                  <a:lnTo>
                    <a:pt x="443134" y="980213"/>
                  </a:lnTo>
                  <a:lnTo>
                    <a:pt x="395443" y="973138"/>
                  </a:lnTo>
                  <a:lnTo>
                    <a:pt x="348675" y="961423"/>
                  </a:lnTo>
                  <a:lnTo>
                    <a:pt x="303281" y="945181"/>
                  </a:lnTo>
                  <a:lnTo>
                    <a:pt x="259697" y="924568"/>
                  </a:lnTo>
                  <a:lnTo>
                    <a:pt x="218343" y="899781"/>
                  </a:lnTo>
                  <a:lnTo>
                    <a:pt x="179618" y="871061"/>
                  </a:lnTo>
                  <a:lnTo>
                    <a:pt x="143895" y="838683"/>
                  </a:lnTo>
                  <a:lnTo>
                    <a:pt x="111517" y="802960"/>
                  </a:lnTo>
                  <a:lnTo>
                    <a:pt x="82797" y="764235"/>
                  </a:lnTo>
                  <a:lnTo>
                    <a:pt x="58010" y="722881"/>
                  </a:lnTo>
                  <a:lnTo>
                    <a:pt x="37397" y="679297"/>
                  </a:lnTo>
                  <a:lnTo>
                    <a:pt x="21154" y="633903"/>
                  </a:lnTo>
                  <a:lnTo>
                    <a:pt x="9439" y="587135"/>
                  </a:lnTo>
                  <a:lnTo>
                    <a:pt x="2365" y="539444"/>
                  </a:lnTo>
                  <a:lnTo>
                    <a:pt x="0" y="491289"/>
                  </a:lnTo>
                  <a:lnTo>
                    <a:pt x="591" y="467182"/>
                  </a:lnTo>
                  <a:lnTo>
                    <a:pt x="5317" y="419202"/>
                  </a:lnTo>
                  <a:lnTo>
                    <a:pt x="14722" y="371915"/>
                  </a:lnTo>
                  <a:lnTo>
                    <a:pt x="28718" y="325778"/>
                  </a:lnTo>
                  <a:lnTo>
                    <a:pt x="47168" y="281235"/>
                  </a:lnTo>
                  <a:lnTo>
                    <a:pt x="69896" y="238716"/>
                  </a:lnTo>
                  <a:lnTo>
                    <a:pt x="96681" y="198628"/>
                  </a:lnTo>
                  <a:lnTo>
                    <a:pt x="127267" y="161359"/>
                  </a:lnTo>
                  <a:lnTo>
                    <a:pt x="161359" y="127267"/>
                  </a:lnTo>
                  <a:lnTo>
                    <a:pt x="198628" y="96681"/>
                  </a:lnTo>
                  <a:lnTo>
                    <a:pt x="238716" y="69896"/>
                  </a:lnTo>
                  <a:lnTo>
                    <a:pt x="281235" y="47168"/>
                  </a:lnTo>
                  <a:lnTo>
                    <a:pt x="325778" y="28718"/>
                  </a:lnTo>
                  <a:lnTo>
                    <a:pt x="371915" y="14722"/>
                  </a:lnTo>
                  <a:lnTo>
                    <a:pt x="419202" y="5317"/>
                  </a:lnTo>
                  <a:lnTo>
                    <a:pt x="467182" y="591"/>
                  </a:lnTo>
                  <a:lnTo>
                    <a:pt x="491289" y="0"/>
                  </a:lnTo>
                  <a:lnTo>
                    <a:pt x="515395" y="591"/>
                  </a:lnTo>
                  <a:lnTo>
                    <a:pt x="563376" y="5317"/>
                  </a:lnTo>
                  <a:lnTo>
                    <a:pt x="610663" y="14722"/>
                  </a:lnTo>
                  <a:lnTo>
                    <a:pt x="656799" y="28718"/>
                  </a:lnTo>
                  <a:lnTo>
                    <a:pt x="701342" y="47168"/>
                  </a:lnTo>
                  <a:lnTo>
                    <a:pt x="743862" y="69896"/>
                  </a:lnTo>
                  <a:lnTo>
                    <a:pt x="783950" y="96681"/>
                  </a:lnTo>
                  <a:lnTo>
                    <a:pt x="821219" y="127267"/>
                  </a:lnTo>
                  <a:lnTo>
                    <a:pt x="855311" y="161359"/>
                  </a:lnTo>
                  <a:lnTo>
                    <a:pt x="885896" y="198628"/>
                  </a:lnTo>
                  <a:lnTo>
                    <a:pt x="912682" y="238716"/>
                  </a:lnTo>
                  <a:lnTo>
                    <a:pt x="935410" y="281235"/>
                  </a:lnTo>
                  <a:lnTo>
                    <a:pt x="953860" y="325778"/>
                  </a:lnTo>
                  <a:lnTo>
                    <a:pt x="967855" y="371915"/>
                  </a:lnTo>
                  <a:lnTo>
                    <a:pt x="977261" y="419202"/>
                  </a:lnTo>
                  <a:lnTo>
                    <a:pt x="981987" y="467182"/>
                  </a:lnTo>
                  <a:lnTo>
                    <a:pt x="982578" y="491289"/>
                  </a:lnTo>
                  <a:lnTo>
                    <a:pt x="981987" y="515395"/>
                  </a:lnTo>
                  <a:lnTo>
                    <a:pt x="977261" y="563376"/>
                  </a:lnTo>
                  <a:lnTo>
                    <a:pt x="967855" y="610663"/>
                  </a:lnTo>
                  <a:lnTo>
                    <a:pt x="953860" y="656799"/>
                  </a:lnTo>
                  <a:lnTo>
                    <a:pt x="935410" y="701342"/>
                  </a:lnTo>
                  <a:lnTo>
                    <a:pt x="912682" y="743862"/>
                  </a:lnTo>
                  <a:lnTo>
                    <a:pt x="885897" y="783950"/>
                  </a:lnTo>
                  <a:lnTo>
                    <a:pt x="855311" y="821219"/>
                  </a:lnTo>
                  <a:lnTo>
                    <a:pt x="821219" y="855311"/>
                  </a:lnTo>
                  <a:lnTo>
                    <a:pt x="783950" y="885896"/>
                  </a:lnTo>
                  <a:lnTo>
                    <a:pt x="743862" y="912682"/>
                  </a:lnTo>
                  <a:lnTo>
                    <a:pt x="701342" y="935410"/>
                  </a:lnTo>
                  <a:lnTo>
                    <a:pt x="656799" y="953860"/>
                  </a:lnTo>
                  <a:lnTo>
                    <a:pt x="610663" y="967855"/>
                  </a:lnTo>
                  <a:lnTo>
                    <a:pt x="563376" y="977261"/>
                  </a:lnTo>
                  <a:lnTo>
                    <a:pt x="515395" y="981987"/>
                  </a:lnTo>
                  <a:lnTo>
                    <a:pt x="491289" y="982578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22163" y="4779077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5" h="513714">
                  <a:moveTo>
                    <a:pt x="117428" y="381294"/>
                  </a:moveTo>
                  <a:lnTo>
                    <a:pt x="74714" y="381294"/>
                  </a:lnTo>
                  <a:lnTo>
                    <a:pt x="50407" y="376670"/>
                  </a:lnTo>
                  <a:lnTo>
                    <a:pt x="17654" y="344031"/>
                  </a:lnTo>
                  <a:lnTo>
                    <a:pt x="2057" y="285327"/>
                  </a:lnTo>
                  <a:lnTo>
                    <a:pt x="0" y="254879"/>
                  </a:lnTo>
                  <a:lnTo>
                    <a:pt x="2201" y="226301"/>
                  </a:lnTo>
                  <a:lnTo>
                    <a:pt x="19909" y="166879"/>
                  </a:lnTo>
                  <a:lnTo>
                    <a:pt x="60328" y="135494"/>
                  </a:lnTo>
                  <a:lnTo>
                    <a:pt x="86296" y="131497"/>
                  </a:lnTo>
                  <a:lnTo>
                    <a:pt x="257156" y="131497"/>
                  </a:lnTo>
                  <a:lnTo>
                    <a:pt x="257156" y="115867"/>
                  </a:lnTo>
                  <a:lnTo>
                    <a:pt x="132921" y="115867"/>
                  </a:lnTo>
                  <a:lnTo>
                    <a:pt x="132921" y="68973"/>
                  </a:lnTo>
                  <a:lnTo>
                    <a:pt x="144264" y="27132"/>
                  </a:lnTo>
                  <a:lnTo>
                    <a:pt x="195043" y="5018"/>
                  </a:lnTo>
                  <a:lnTo>
                    <a:pt x="238677" y="386"/>
                  </a:lnTo>
                  <a:lnTo>
                    <a:pt x="254403" y="0"/>
                  </a:lnTo>
                  <a:lnTo>
                    <a:pt x="270474" y="246"/>
                  </a:lnTo>
                  <a:lnTo>
                    <a:pt x="319126" y="5018"/>
                  </a:lnTo>
                  <a:lnTo>
                    <a:pt x="362826" y="26581"/>
                  </a:lnTo>
                  <a:lnTo>
                    <a:pt x="375075" y="43991"/>
                  </a:lnTo>
                  <a:lnTo>
                    <a:pt x="186925" y="43991"/>
                  </a:lnTo>
                  <a:lnTo>
                    <a:pt x="176932" y="46017"/>
                  </a:lnTo>
                  <a:lnTo>
                    <a:pt x="168775" y="51538"/>
                  </a:lnTo>
                  <a:lnTo>
                    <a:pt x="163276" y="59722"/>
                  </a:lnTo>
                  <a:lnTo>
                    <a:pt x="161260" y="69732"/>
                  </a:lnTo>
                  <a:lnTo>
                    <a:pt x="163276" y="79698"/>
                  </a:lnTo>
                  <a:lnTo>
                    <a:pt x="168775" y="87831"/>
                  </a:lnTo>
                  <a:lnTo>
                    <a:pt x="176932" y="93311"/>
                  </a:lnTo>
                  <a:lnTo>
                    <a:pt x="186925" y="95320"/>
                  </a:lnTo>
                  <a:lnTo>
                    <a:pt x="381241" y="95320"/>
                  </a:lnTo>
                  <a:lnTo>
                    <a:pt x="381241" y="186127"/>
                  </a:lnTo>
                  <a:lnTo>
                    <a:pt x="376393" y="210390"/>
                  </a:lnTo>
                  <a:lnTo>
                    <a:pt x="363136" y="230271"/>
                  </a:lnTo>
                  <a:lnTo>
                    <a:pt x="343404" y="243709"/>
                  </a:lnTo>
                  <a:lnTo>
                    <a:pt x="319126" y="248647"/>
                  </a:lnTo>
                  <a:lnTo>
                    <a:pt x="195036" y="248647"/>
                  </a:lnTo>
                  <a:lnTo>
                    <a:pt x="165136" y="254879"/>
                  </a:lnTo>
                  <a:lnTo>
                    <a:pt x="140433" y="271635"/>
                  </a:lnTo>
                  <a:lnTo>
                    <a:pt x="123630" y="296005"/>
                  </a:lnTo>
                  <a:lnTo>
                    <a:pt x="117428" y="325078"/>
                  </a:lnTo>
                  <a:lnTo>
                    <a:pt x="117428" y="381294"/>
                  </a:lnTo>
                  <a:close/>
                </a:path>
                <a:path w="513715" h="513714">
                  <a:moveTo>
                    <a:pt x="381241" y="95320"/>
                  </a:moveTo>
                  <a:lnTo>
                    <a:pt x="186925" y="95320"/>
                  </a:lnTo>
                  <a:lnTo>
                    <a:pt x="196894" y="93311"/>
                  </a:lnTo>
                  <a:lnTo>
                    <a:pt x="205054" y="87831"/>
                  </a:lnTo>
                  <a:lnTo>
                    <a:pt x="210565" y="79698"/>
                  </a:lnTo>
                  <a:lnTo>
                    <a:pt x="212589" y="69732"/>
                  </a:lnTo>
                  <a:lnTo>
                    <a:pt x="210565" y="59722"/>
                  </a:lnTo>
                  <a:lnTo>
                    <a:pt x="205054" y="51538"/>
                  </a:lnTo>
                  <a:lnTo>
                    <a:pt x="196894" y="46017"/>
                  </a:lnTo>
                  <a:lnTo>
                    <a:pt x="186925" y="43991"/>
                  </a:lnTo>
                  <a:lnTo>
                    <a:pt x="375075" y="43991"/>
                  </a:lnTo>
                  <a:lnTo>
                    <a:pt x="376276" y="45698"/>
                  </a:lnTo>
                  <a:lnTo>
                    <a:pt x="381241" y="68973"/>
                  </a:lnTo>
                  <a:lnTo>
                    <a:pt x="381241" y="95320"/>
                  </a:lnTo>
                  <a:close/>
                </a:path>
                <a:path w="513715" h="513714">
                  <a:moveTo>
                    <a:pt x="252945" y="513267"/>
                  </a:moveTo>
                  <a:lnTo>
                    <a:pt x="193919" y="503970"/>
                  </a:lnTo>
                  <a:lnTo>
                    <a:pt x="150634" y="481799"/>
                  </a:lnTo>
                  <a:lnTo>
                    <a:pt x="131930" y="441929"/>
                  </a:lnTo>
                  <a:lnTo>
                    <a:pt x="132050" y="325078"/>
                  </a:lnTo>
                  <a:lnTo>
                    <a:pt x="136845" y="301852"/>
                  </a:lnTo>
                  <a:lnTo>
                    <a:pt x="150204" y="282092"/>
                  </a:lnTo>
                  <a:lnTo>
                    <a:pt x="169923" y="268604"/>
                  </a:lnTo>
                  <a:lnTo>
                    <a:pt x="193919" y="263613"/>
                  </a:lnTo>
                  <a:lnTo>
                    <a:pt x="317758" y="263613"/>
                  </a:lnTo>
                  <a:lnTo>
                    <a:pt x="347268" y="257429"/>
                  </a:lnTo>
                  <a:lnTo>
                    <a:pt x="371956" y="240672"/>
                  </a:lnTo>
                  <a:lnTo>
                    <a:pt x="388908" y="216032"/>
                  </a:lnTo>
                  <a:lnTo>
                    <a:pt x="395207" y="186127"/>
                  </a:lnTo>
                  <a:lnTo>
                    <a:pt x="395207" y="131983"/>
                  </a:lnTo>
                  <a:lnTo>
                    <a:pt x="441734" y="131983"/>
                  </a:lnTo>
                  <a:lnTo>
                    <a:pt x="482921" y="149689"/>
                  </a:lnTo>
                  <a:lnTo>
                    <a:pt x="503721" y="193873"/>
                  </a:lnTo>
                  <a:lnTo>
                    <a:pt x="513228" y="259988"/>
                  </a:lnTo>
                  <a:lnTo>
                    <a:pt x="510929" y="289354"/>
                  </a:lnTo>
                  <a:lnTo>
                    <a:pt x="493822" y="343327"/>
                  </a:lnTo>
                  <a:lnTo>
                    <a:pt x="464860" y="375435"/>
                  </a:lnTo>
                  <a:lnTo>
                    <a:pt x="441734" y="379882"/>
                  </a:lnTo>
                  <a:lnTo>
                    <a:pt x="255912" y="379882"/>
                  </a:lnTo>
                  <a:lnTo>
                    <a:pt x="255912" y="395391"/>
                  </a:lnTo>
                  <a:lnTo>
                    <a:pt x="379746" y="395391"/>
                  </a:lnTo>
                  <a:lnTo>
                    <a:pt x="379746" y="417958"/>
                  </a:lnTo>
                  <a:lnTo>
                    <a:pt x="311579" y="417958"/>
                  </a:lnTo>
                  <a:lnTo>
                    <a:pt x="301609" y="419965"/>
                  </a:lnTo>
                  <a:lnTo>
                    <a:pt x="293449" y="425443"/>
                  </a:lnTo>
                  <a:lnTo>
                    <a:pt x="287939" y="433574"/>
                  </a:lnTo>
                  <a:lnTo>
                    <a:pt x="285916" y="443539"/>
                  </a:lnTo>
                  <a:lnTo>
                    <a:pt x="287939" y="453551"/>
                  </a:lnTo>
                  <a:lnTo>
                    <a:pt x="293450" y="461736"/>
                  </a:lnTo>
                  <a:lnTo>
                    <a:pt x="301610" y="467260"/>
                  </a:lnTo>
                  <a:lnTo>
                    <a:pt x="311579" y="469286"/>
                  </a:lnTo>
                  <a:lnTo>
                    <a:pt x="371227" y="469286"/>
                  </a:lnTo>
                  <a:lnTo>
                    <a:pt x="360456" y="482826"/>
                  </a:lnTo>
                  <a:lnTo>
                    <a:pt x="340610" y="495478"/>
                  </a:lnTo>
                  <a:lnTo>
                    <a:pt x="317757" y="503970"/>
                  </a:lnTo>
                  <a:lnTo>
                    <a:pt x="284115" y="511232"/>
                  </a:lnTo>
                  <a:lnTo>
                    <a:pt x="252945" y="513267"/>
                  </a:lnTo>
                  <a:close/>
                </a:path>
                <a:path w="513715" h="513714">
                  <a:moveTo>
                    <a:pt x="371227" y="469286"/>
                  </a:moveTo>
                  <a:lnTo>
                    <a:pt x="311579" y="469286"/>
                  </a:lnTo>
                  <a:lnTo>
                    <a:pt x="321571" y="467260"/>
                  </a:lnTo>
                  <a:lnTo>
                    <a:pt x="329729" y="461736"/>
                  </a:lnTo>
                  <a:lnTo>
                    <a:pt x="335228" y="453551"/>
                  </a:lnTo>
                  <a:lnTo>
                    <a:pt x="337245" y="443539"/>
                  </a:lnTo>
                  <a:lnTo>
                    <a:pt x="335228" y="433574"/>
                  </a:lnTo>
                  <a:lnTo>
                    <a:pt x="329729" y="425443"/>
                  </a:lnTo>
                  <a:lnTo>
                    <a:pt x="321571" y="419965"/>
                  </a:lnTo>
                  <a:lnTo>
                    <a:pt x="311579" y="417958"/>
                  </a:lnTo>
                  <a:lnTo>
                    <a:pt x="379746" y="417958"/>
                  </a:lnTo>
                  <a:lnTo>
                    <a:pt x="379746" y="441929"/>
                  </a:lnTo>
                  <a:lnTo>
                    <a:pt x="374449" y="465235"/>
                  </a:lnTo>
                  <a:lnTo>
                    <a:pt x="371227" y="469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14826" y="6185734"/>
            <a:ext cx="315341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-20" dirty="0">
                <a:solidFill>
                  <a:srgbClr val="FFFFFF"/>
                </a:solidFill>
                <a:latin typeface="Tahoma"/>
                <a:cs typeface="Tahoma"/>
              </a:rPr>
              <a:t>Azadeh</a:t>
            </a:r>
            <a:r>
              <a:rPr sz="2550" b="1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Mobasher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00" dirty="0">
                <a:solidFill>
                  <a:srgbClr val="FFFFFF"/>
                </a:solidFill>
                <a:latin typeface="Tahoma"/>
                <a:cs typeface="Tahoma"/>
              </a:rPr>
              <a:t>Principal</a:t>
            </a:r>
            <a:r>
              <a:rPr sz="225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135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225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Tahoma"/>
                <a:cs typeface="Tahoma"/>
              </a:rPr>
              <a:t>Scientist</a:t>
            </a:r>
            <a:endParaRPr sz="225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17207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spaCy</a:t>
            </a:r>
            <a:r>
              <a:rPr spc="-245" dirty="0"/>
              <a:t> </a:t>
            </a:r>
            <a:r>
              <a:rPr spc="-210" dirty="0"/>
              <a:t>NLP</a:t>
            </a:r>
            <a:r>
              <a:rPr spc="-165" dirty="0"/>
              <a:t> </a:t>
            </a:r>
            <a:r>
              <a:rPr spc="-185" dirty="0"/>
              <a:t>pipeline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7124065" cy="1801495"/>
            <a:chOff x="491289" y="1166812"/>
            <a:chExt cx="7124065" cy="1801495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7124065" cy="1801495"/>
            </a:xfrm>
            <a:custGeom>
              <a:avLst/>
              <a:gdLst/>
              <a:ahLst/>
              <a:cxnLst/>
              <a:rect l="l" t="t" r="r" b="b"/>
              <a:pathLst>
                <a:path w="7124065" h="1801495">
                  <a:moveTo>
                    <a:pt x="7047191" y="1801394"/>
                  </a:moveTo>
                  <a:lnTo>
                    <a:pt x="76505" y="1801394"/>
                  </a:lnTo>
                  <a:lnTo>
                    <a:pt x="71180" y="1800869"/>
                  </a:lnTo>
                  <a:lnTo>
                    <a:pt x="31920" y="1784607"/>
                  </a:lnTo>
                  <a:lnTo>
                    <a:pt x="4175" y="1745879"/>
                  </a:lnTo>
                  <a:lnTo>
                    <a:pt x="0" y="1724888"/>
                  </a:lnTo>
                  <a:lnTo>
                    <a:pt x="0" y="1719512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7047191" y="0"/>
                  </a:lnTo>
                  <a:lnTo>
                    <a:pt x="7091775" y="16786"/>
                  </a:lnTo>
                  <a:lnTo>
                    <a:pt x="7119520" y="55513"/>
                  </a:lnTo>
                  <a:lnTo>
                    <a:pt x="7123696" y="76505"/>
                  </a:lnTo>
                  <a:lnTo>
                    <a:pt x="7123696" y="1724888"/>
                  </a:lnTo>
                  <a:lnTo>
                    <a:pt x="7106908" y="1769473"/>
                  </a:lnTo>
                  <a:lnTo>
                    <a:pt x="7068182" y="1797218"/>
                  </a:lnTo>
                  <a:lnTo>
                    <a:pt x="7052515" y="1800869"/>
                  </a:lnTo>
                  <a:lnTo>
                    <a:pt x="7047191" y="180139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8001" y="1447470"/>
              <a:ext cx="998219" cy="283210"/>
            </a:xfrm>
            <a:custGeom>
              <a:avLst/>
              <a:gdLst/>
              <a:ahLst/>
              <a:cxnLst/>
              <a:rect l="l" t="t" r="r" b="b"/>
              <a:pathLst>
                <a:path w="998219" h="283210">
                  <a:moveTo>
                    <a:pt x="81768" y="46248"/>
                  </a:moveTo>
                  <a:lnTo>
                    <a:pt x="61711" y="46248"/>
                  </a:lnTo>
                  <a:lnTo>
                    <a:pt x="55787" y="44172"/>
                  </a:lnTo>
                  <a:lnTo>
                    <a:pt x="51215" y="40021"/>
                  </a:lnTo>
                  <a:lnTo>
                    <a:pt x="46691" y="35823"/>
                  </a:lnTo>
                  <a:lnTo>
                    <a:pt x="44429" y="30272"/>
                  </a:lnTo>
                  <a:lnTo>
                    <a:pt x="44429" y="16512"/>
                  </a:lnTo>
                  <a:lnTo>
                    <a:pt x="46738" y="10914"/>
                  </a:lnTo>
                  <a:lnTo>
                    <a:pt x="55973" y="2192"/>
                  </a:lnTo>
                  <a:lnTo>
                    <a:pt x="61850" y="0"/>
                  </a:lnTo>
                  <a:lnTo>
                    <a:pt x="81861" y="0"/>
                  </a:lnTo>
                  <a:lnTo>
                    <a:pt x="87738" y="2192"/>
                  </a:lnTo>
                  <a:lnTo>
                    <a:pt x="96974" y="10914"/>
                  </a:lnTo>
                  <a:lnTo>
                    <a:pt x="99283" y="16512"/>
                  </a:lnTo>
                  <a:lnTo>
                    <a:pt x="99283" y="30272"/>
                  </a:lnTo>
                  <a:lnTo>
                    <a:pt x="96970" y="35823"/>
                  </a:lnTo>
                  <a:lnTo>
                    <a:pt x="87622" y="44172"/>
                  </a:lnTo>
                  <a:lnTo>
                    <a:pt x="81768" y="46248"/>
                  </a:lnTo>
                  <a:close/>
                </a:path>
                <a:path w="998219" h="283210">
                  <a:moveTo>
                    <a:pt x="93546" y="195698"/>
                  </a:moveTo>
                  <a:lnTo>
                    <a:pt x="55833" y="195698"/>
                  </a:lnTo>
                  <a:lnTo>
                    <a:pt x="55833" y="96974"/>
                  </a:lnTo>
                  <a:lnTo>
                    <a:pt x="7136" y="96974"/>
                  </a:lnTo>
                  <a:lnTo>
                    <a:pt x="7136" y="61571"/>
                  </a:lnTo>
                  <a:lnTo>
                    <a:pt x="93546" y="61571"/>
                  </a:lnTo>
                  <a:lnTo>
                    <a:pt x="93546" y="195698"/>
                  </a:lnTo>
                  <a:close/>
                </a:path>
                <a:path w="998219" h="283210">
                  <a:moveTo>
                    <a:pt x="146581" y="231101"/>
                  </a:moveTo>
                  <a:lnTo>
                    <a:pt x="0" y="231101"/>
                  </a:lnTo>
                  <a:lnTo>
                    <a:pt x="0" y="195698"/>
                  </a:lnTo>
                  <a:lnTo>
                    <a:pt x="146581" y="195698"/>
                  </a:lnTo>
                  <a:lnTo>
                    <a:pt x="146581" y="231101"/>
                  </a:lnTo>
                  <a:close/>
                </a:path>
                <a:path w="998219" h="283210">
                  <a:moveTo>
                    <a:pt x="249489" y="84800"/>
                  </a:moveTo>
                  <a:lnTo>
                    <a:pt x="198188" y="84800"/>
                  </a:lnTo>
                  <a:lnTo>
                    <a:pt x="201415" y="67236"/>
                  </a:lnTo>
                  <a:lnTo>
                    <a:pt x="208564" y="61011"/>
                  </a:lnTo>
                  <a:lnTo>
                    <a:pt x="208801" y="61011"/>
                  </a:lnTo>
                  <a:lnTo>
                    <a:pt x="215376" y="58702"/>
                  </a:lnTo>
                  <a:lnTo>
                    <a:pt x="231655" y="58702"/>
                  </a:lnTo>
                  <a:lnTo>
                    <a:pt x="238326" y="61011"/>
                  </a:lnTo>
                  <a:lnTo>
                    <a:pt x="243736" y="65629"/>
                  </a:lnTo>
                  <a:lnTo>
                    <a:pt x="249194" y="70200"/>
                  </a:lnTo>
                  <a:lnTo>
                    <a:pt x="249754" y="71768"/>
                  </a:lnTo>
                  <a:lnTo>
                    <a:pt x="248177" y="76660"/>
                  </a:lnTo>
                  <a:lnTo>
                    <a:pt x="248057" y="77033"/>
                  </a:lnTo>
                  <a:lnTo>
                    <a:pt x="248311" y="78765"/>
                  </a:lnTo>
                  <a:lnTo>
                    <a:pt x="249421" y="84450"/>
                  </a:lnTo>
                  <a:lnTo>
                    <a:pt x="249489" y="84800"/>
                  </a:lnTo>
                  <a:close/>
                </a:path>
                <a:path w="998219" h="283210">
                  <a:moveTo>
                    <a:pt x="310816" y="85010"/>
                  </a:moveTo>
                  <a:lnTo>
                    <a:pt x="250663" y="85010"/>
                  </a:lnTo>
                  <a:lnTo>
                    <a:pt x="251465" y="77033"/>
                  </a:lnTo>
                  <a:lnTo>
                    <a:pt x="251503" y="76660"/>
                  </a:lnTo>
                  <a:lnTo>
                    <a:pt x="249754" y="71768"/>
                  </a:lnTo>
                  <a:lnTo>
                    <a:pt x="250057" y="70830"/>
                  </a:lnTo>
                  <a:lnTo>
                    <a:pt x="260874" y="61571"/>
                  </a:lnTo>
                  <a:lnTo>
                    <a:pt x="261729" y="61011"/>
                  </a:lnTo>
                  <a:lnTo>
                    <a:pt x="268411" y="58702"/>
                  </a:lnTo>
                  <a:lnTo>
                    <a:pt x="276761" y="58702"/>
                  </a:lnTo>
                  <a:lnTo>
                    <a:pt x="310735" y="84800"/>
                  </a:lnTo>
                  <a:lnTo>
                    <a:pt x="310816" y="85010"/>
                  </a:lnTo>
                  <a:close/>
                </a:path>
                <a:path w="998219" h="283210">
                  <a:moveTo>
                    <a:pt x="203575" y="231101"/>
                  </a:moveTo>
                  <a:lnTo>
                    <a:pt x="167892" y="231101"/>
                  </a:lnTo>
                  <a:lnTo>
                    <a:pt x="167892" y="61571"/>
                  </a:lnTo>
                  <a:lnTo>
                    <a:pt x="202456" y="61571"/>
                  </a:lnTo>
                  <a:lnTo>
                    <a:pt x="201415" y="67236"/>
                  </a:lnTo>
                  <a:lnTo>
                    <a:pt x="197289" y="70830"/>
                  </a:lnTo>
                  <a:lnTo>
                    <a:pt x="196911" y="71768"/>
                  </a:lnTo>
                  <a:lnTo>
                    <a:pt x="195109" y="77033"/>
                  </a:lnTo>
                  <a:lnTo>
                    <a:pt x="196509" y="84450"/>
                  </a:lnTo>
                  <a:lnTo>
                    <a:pt x="198188" y="84800"/>
                  </a:lnTo>
                  <a:lnTo>
                    <a:pt x="249489" y="84800"/>
                  </a:lnTo>
                  <a:lnTo>
                    <a:pt x="249530" y="85010"/>
                  </a:lnTo>
                  <a:lnTo>
                    <a:pt x="310816" y="85010"/>
                  </a:lnTo>
                  <a:lnTo>
                    <a:pt x="311465" y="86689"/>
                  </a:lnTo>
                  <a:lnTo>
                    <a:pt x="312233" y="90397"/>
                  </a:lnTo>
                  <a:lnTo>
                    <a:pt x="210455" y="90397"/>
                  </a:lnTo>
                  <a:lnTo>
                    <a:pt x="207937" y="91517"/>
                  </a:lnTo>
                  <a:lnTo>
                    <a:pt x="204438" y="95948"/>
                  </a:lnTo>
                  <a:lnTo>
                    <a:pt x="203575" y="99633"/>
                  </a:lnTo>
                  <a:lnTo>
                    <a:pt x="203575" y="231101"/>
                  </a:lnTo>
                  <a:close/>
                </a:path>
                <a:path w="998219" h="283210">
                  <a:moveTo>
                    <a:pt x="198188" y="84800"/>
                  </a:moveTo>
                  <a:lnTo>
                    <a:pt x="196509" y="84450"/>
                  </a:lnTo>
                  <a:lnTo>
                    <a:pt x="195436" y="78765"/>
                  </a:lnTo>
                  <a:lnTo>
                    <a:pt x="195272" y="77033"/>
                  </a:lnTo>
                  <a:lnTo>
                    <a:pt x="195237" y="76660"/>
                  </a:lnTo>
                  <a:lnTo>
                    <a:pt x="196911" y="71768"/>
                  </a:lnTo>
                  <a:lnTo>
                    <a:pt x="197289" y="70830"/>
                  </a:lnTo>
                  <a:lnTo>
                    <a:pt x="201415" y="67236"/>
                  </a:lnTo>
                  <a:lnTo>
                    <a:pt x="198252" y="84450"/>
                  </a:lnTo>
                  <a:lnTo>
                    <a:pt x="198188" y="84800"/>
                  </a:lnTo>
                  <a:close/>
                </a:path>
                <a:path w="998219" h="283210">
                  <a:moveTo>
                    <a:pt x="250663" y="85010"/>
                  </a:moveTo>
                  <a:lnTo>
                    <a:pt x="249530" y="85010"/>
                  </a:lnTo>
                  <a:lnTo>
                    <a:pt x="248311" y="78765"/>
                  </a:lnTo>
                  <a:lnTo>
                    <a:pt x="248201" y="77033"/>
                  </a:lnTo>
                  <a:lnTo>
                    <a:pt x="248177" y="76660"/>
                  </a:lnTo>
                  <a:lnTo>
                    <a:pt x="249754" y="71768"/>
                  </a:lnTo>
                  <a:lnTo>
                    <a:pt x="251503" y="76660"/>
                  </a:lnTo>
                  <a:lnTo>
                    <a:pt x="250719" y="84450"/>
                  </a:lnTo>
                  <a:lnTo>
                    <a:pt x="250663" y="85010"/>
                  </a:lnTo>
                  <a:close/>
                </a:path>
                <a:path w="998219" h="283210">
                  <a:moveTo>
                    <a:pt x="257170" y="231101"/>
                  </a:moveTo>
                  <a:lnTo>
                    <a:pt x="224635" y="231101"/>
                  </a:lnTo>
                  <a:lnTo>
                    <a:pt x="224539" y="99633"/>
                  </a:lnTo>
                  <a:lnTo>
                    <a:pt x="223395" y="95948"/>
                  </a:lnTo>
                  <a:lnTo>
                    <a:pt x="219696" y="91517"/>
                  </a:lnTo>
                  <a:lnTo>
                    <a:pt x="217172" y="90397"/>
                  </a:lnTo>
                  <a:lnTo>
                    <a:pt x="264563" y="90397"/>
                  </a:lnTo>
                  <a:lnTo>
                    <a:pt x="262004" y="91517"/>
                  </a:lnTo>
                  <a:lnTo>
                    <a:pt x="258225" y="95948"/>
                  </a:lnTo>
                  <a:lnTo>
                    <a:pt x="257194" y="99633"/>
                  </a:lnTo>
                  <a:lnTo>
                    <a:pt x="257170" y="231101"/>
                  </a:lnTo>
                  <a:close/>
                </a:path>
                <a:path w="998219" h="283210">
                  <a:moveTo>
                    <a:pt x="313913" y="231101"/>
                  </a:moveTo>
                  <a:lnTo>
                    <a:pt x="278230" y="231101"/>
                  </a:lnTo>
                  <a:lnTo>
                    <a:pt x="278153" y="99633"/>
                  </a:lnTo>
                  <a:lnTo>
                    <a:pt x="277134" y="95948"/>
                  </a:lnTo>
                  <a:lnTo>
                    <a:pt x="273743" y="91517"/>
                  </a:lnTo>
                  <a:lnTo>
                    <a:pt x="271280" y="90397"/>
                  </a:lnTo>
                  <a:lnTo>
                    <a:pt x="312233" y="90397"/>
                  </a:lnTo>
                  <a:lnTo>
                    <a:pt x="313301" y="95557"/>
                  </a:lnTo>
                  <a:lnTo>
                    <a:pt x="313913" y="105370"/>
                  </a:lnTo>
                  <a:lnTo>
                    <a:pt x="313913" y="231101"/>
                  </a:lnTo>
                  <a:close/>
                </a:path>
                <a:path w="998219" h="283210">
                  <a:moveTo>
                    <a:pt x="396381" y="97184"/>
                  </a:moveTo>
                  <a:lnTo>
                    <a:pt x="379385" y="97184"/>
                  </a:lnTo>
                  <a:lnTo>
                    <a:pt x="382656" y="76334"/>
                  </a:lnTo>
                  <a:lnTo>
                    <a:pt x="422334" y="58702"/>
                  </a:lnTo>
                  <a:lnTo>
                    <a:pt x="434893" y="59804"/>
                  </a:lnTo>
                  <a:lnTo>
                    <a:pt x="470908" y="85871"/>
                  </a:lnTo>
                  <a:lnTo>
                    <a:pt x="474025" y="92986"/>
                  </a:lnTo>
                  <a:lnTo>
                    <a:pt x="404772" y="92986"/>
                  </a:lnTo>
                  <a:lnTo>
                    <a:pt x="398027" y="95621"/>
                  </a:lnTo>
                  <a:lnTo>
                    <a:pt x="396691" y="96852"/>
                  </a:lnTo>
                  <a:lnTo>
                    <a:pt x="396381" y="97184"/>
                  </a:lnTo>
                  <a:close/>
                </a:path>
                <a:path w="998219" h="283210">
                  <a:moveTo>
                    <a:pt x="384971" y="282667"/>
                  </a:moveTo>
                  <a:lnTo>
                    <a:pt x="347329" y="282667"/>
                  </a:lnTo>
                  <a:lnTo>
                    <a:pt x="347329" y="61571"/>
                  </a:lnTo>
                  <a:lnTo>
                    <a:pt x="384971" y="61571"/>
                  </a:lnTo>
                  <a:lnTo>
                    <a:pt x="382742" y="75783"/>
                  </a:lnTo>
                  <a:lnTo>
                    <a:pt x="379916" y="80969"/>
                  </a:lnTo>
                  <a:lnTo>
                    <a:pt x="378425" y="88565"/>
                  </a:lnTo>
                  <a:lnTo>
                    <a:pt x="378915" y="95621"/>
                  </a:lnTo>
                  <a:lnTo>
                    <a:pt x="379024" y="97184"/>
                  </a:lnTo>
                  <a:lnTo>
                    <a:pt x="396381" y="97184"/>
                  </a:lnTo>
                  <a:lnTo>
                    <a:pt x="387513" y="106699"/>
                  </a:lnTo>
                  <a:lnTo>
                    <a:pt x="385107" y="114139"/>
                  </a:lnTo>
                  <a:lnTo>
                    <a:pt x="385107" y="178532"/>
                  </a:lnTo>
                  <a:lnTo>
                    <a:pt x="387513" y="185995"/>
                  </a:lnTo>
                  <a:lnTo>
                    <a:pt x="392598" y="191500"/>
                  </a:lnTo>
                  <a:lnTo>
                    <a:pt x="396808" y="195978"/>
                  </a:lnTo>
                  <a:lnTo>
                    <a:pt x="378470" y="195978"/>
                  </a:lnTo>
                  <a:lnTo>
                    <a:pt x="378106" y="204352"/>
                  </a:lnTo>
                  <a:lnTo>
                    <a:pt x="379759" y="211703"/>
                  </a:lnTo>
                  <a:lnTo>
                    <a:pt x="382747" y="216977"/>
                  </a:lnTo>
                  <a:lnTo>
                    <a:pt x="384769" y="229562"/>
                  </a:lnTo>
                  <a:lnTo>
                    <a:pt x="384971" y="282667"/>
                  </a:lnTo>
                  <a:close/>
                </a:path>
                <a:path w="998219" h="283210">
                  <a:moveTo>
                    <a:pt x="379385" y="97184"/>
                  </a:moveTo>
                  <a:lnTo>
                    <a:pt x="379024" y="97184"/>
                  </a:lnTo>
                  <a:lnTo>
                    <a:pt x="378425" y="88565"/>
                  </a:lnTo>
                  <a:lnTo>
                    <a:pt x="379916" y="80969"/>
                  </a:lnTo>
                  <a:lnTo>
                    <a:pt x="382742" y="75783"/>
                  </a:lnTo>
                  <a:lnTo>
                    <a:pt x="379437" y="96852"/>
                  </a:lnTo>
                  <a:lnTo>
                    <a:pt x="379385" y="97184"/>
                  </a:lnTo>
                  <a:close/>
                </a:path>
                <a:path w="998219" h="283210">
                  <a:moveTo>
                    <a:pt x="474003" y="199686"/>
                  </a:moveTo>
                  <a:lnTo>
                    <a:pt x="422917" y="199686"/>
                  </a:lnTo>
                  <a:lnTo>
                    <a:pt x="429999" y="196957"/>
                  </a:lnTo>
                  <a:lnTo>
                    <a:pt x="439522" y="186509"/>
                  </a:lnTo>
                  <a:lnTo>
                    <a:pt x="441925" y="178532"/>
                  </a:lnTo>
                  <a:lnTo>
                    <a:pt x="441925" y="114139"/>
                  </a:lnTo>
                  <a:lnTo>
                    <a:pt x="439522" y="106163"/>
                  </a:lnTo>
                  <a:lnTo>
                    <a:pt x="429914" y="95621"/>
                  </a:lnTo>
                  <a:lnTo>
                    <a:pt x="422917" y="92986"/>
                  </a:lnTo>
                  <a:lnTo>
                    <a:pt x="474025" y="92986"/>
                  </a:lnTo>
                  <a:lnTo>
                    <a:pt x="475719" y="96852"/>
                  </a:lnTo>
                  <a:lnTo>
                    <a:pt x="478605" y="109275"/>
                  </a:lnTo>
                  <a:lnTo>
                    <a:pt x="479567" y="123142"/>
                  </a:lnTo>
                  <a:lnTo>
                    <a:pt x="479567" y="169250"/>
                  </a:lnTo>
                  <a:lnTo>
                    <a:pt x="478605" y="183239"/>
                  </a:lnTo>
                  <a:lnTo>
                    <a:pt x="475719" y="195750"/>
                  </a:lnTo>
                  <a:lnTo>
                    <a:pt x="474003" y="199686"/>
                  </a:lnTo>
                  <a:close/>
                </a:path>
                <a:path w="998219" h="283210">
                  <a:moveTo>
                    <a:pt x="382747" y="216977"/>
                  </a:moveTo>
                  <a:lnTo>
                    <a:pt x="379759" y="211703"/>
                  </a:lnTo>
                  <a:lnTo>
                    <a:pt x="378106" y="204352"/>
                  </a:lnTo>
                  <a:lnTo>
                    <a:pt x="378309" y="199686"/>
                  </a:lnTo>
                  <a:lnTo>
                    <a:pt x="378428" y="196957"/>
                  </a:lnTo>
                  <a:lnTo>
                    <a:pt x="378470" y="195978"/>
                  </a:lnTo>
                  <a:lnTo>
                    <a:pt x="379374" y="195978"/>
                  </a:lnTo>
                  <a:lnTo>
                    <a:pt x="382645" y="216338"/>
                  </a:lnTo>
                  <a:lnTo>
                    <a:pt x="382747" y="216977"/>
                  </a:lnTo>
                  <a:close/>
                </a:path>
                <a:path w="998219" h="283210">
                  <a:moveTo>
                    <a:pt x="422334" y="233970"/>
                  </a:moveTo>
                  <a:lnTo>
                    <a:pt x="383423" y="218170"/>
                  </a:lnTo>
                  <a:lnTo>
                    <a:pt x="379374" y="195978"/>
                  </a:lnTo>
                  <a:lnTo>
                    <a:pt x="396808" y="195978"/>
                  </a:lnTo>
                  <a:lnTo>
                    <a:pt x="397729" y="196957"/>
                  </a:lnTo>
                  <a:lnTo>
                    <a:pt x="404772" y="199686"/>
                  </a:lnTo>
                  <a:lnTo>
                    <a:pt x="474003" y="199686"/>
                  </a:lnTo>
                  <a:lnTo>
                    <a:pt x="470908" y="206783"/>
                  </a:lnTo>
                  <a:lnTo>
                    <a:pt x="464174" y="216338"/>
                  </a:lnTo>
                  <a:lnTo>
                    <a:pt x="455813" y="224052"/>
                  </a:lnTo>
                  <a:lnTo>
                    <a:pt x="446053" y="229562"/>
                  </a:lnTo>
                  <a:lnTo>
                    <a:pt x="434893" y="232868"/>
                  </a:lnTo>
                  <a:lnTo>
                    <a:pt x="422334" y="233970"/>
                  </a:lnTo>
                  <a:close/>
                </a:path>
                <a:path w="998219" h="283210">
                  <a:moveTo>
                    <a:pt x="584839" y="233970"/>
                  </a:moveTo>
                  <a:lnTo>
                    <a:pt x="545981" y="223973"/>
                  </a:lnTo>
                  <a:lnTo>
                    <a:pt x="519218" y="182338"/>
                  </a:lnTo>
                  <a:lnTo>
                    <a:pt x="518090" y="167851"/>
                  </a:lnTo>
                  <a:lnTo>
                    <a:pt x="518112" y="124541"/>
                  </a:lnTo>
                  <a:lnTo>
                    <a:pt x="528258" y="86142"/>
                  </a:lnTo>
                  <a:lnTo>
                    <a:pt x="570329" y="59813"/>
                  </a:lnTo>
                  <a:lnTo>
                    <a:pt x="584839" y="58702"/>
                  </a:lnTo>
                  <a:lnTo>
                    <a:pt x="599313" y="59813"/>
                  </a:lnTo>
                  <a:lnTo>
                    <a:pt x="641324" y="86142"/>
                  </a:lnTo>
                  <a:lnTo>
                    <a:pt x="645056" y="93546"/>
                  </a:lnTo>
                  <a:lnTo>
                    <a:pt x="575277" y="93546"/>
                  </a:lnTo>
                  <a:lnTo>
                    <a:pt x="568047" y="96158"/>
                  </a:lnTo>
                  <a:lnTo>
                    <a:pt x="558251" y="106559"/>
                  </a:lnTo>
                  <a:lnTo>
                    <a:pt x="555802" y="114373"/>
                  </a:lnTo>
                  <a:lnTo>
                    <a:pt x="555802" y="178299"/>
                  </a:lnTo>
                  <a:lnTo>
                    <a:pt x="558251" y="186135"/>
                  </a:lnTo>
                  <a:lnTo>
                    <a:pt x="568047" y="196537"/>
                  </a:lnTo>
                  <a:lnTo>
                    <a:pt x="575277" y="199126"/>
                  </a:lnTo>
                  <a:lnTo>
                    <a:pt x="645030" y="199126"/>
                  </a:lnTo>
                  <a:lnTo>
                    <a:pt x="641324" y="206512"/>
                  </a:lnTo>
                  <a:lnTo>
                    <a:pt x="633396" y="216198"/>
                  </a:lnTo>
                  <a:lnTo>
                    <a:pt x="623592" y="223973"/>
                  </a:lnTo>
                  <a:lnTo>
                    <a:pt x="612231" y="229527"/>
                  </a:lnTo>
                  <a:lnTo>
                    <a:pt x="599313" y="232859"/>
                  </a:lnTo>
                  <a:lnTo>
                    <a:pt x="584839" y="233970"/>
                  </a:lnTo>
                  <a:close/>
                </a:path>
                <a:path w="998219" h="283210">
                  <a:moveTo>
                    <a:pt x="645030" y="199126"/>
                  </a:moveTo>
                  <a:lnTo>
                    <a:pt x="594354" y="199126"/>
                  </a:lnTo>
                  <a:lnTo>
                    <a:pt x="601561" y="196537"/>
                  </a:lnTo>
                  <a:lnTo>
                    <a:pt x="611403" y="186135"/>
                  </a:lnTo>
                  <a:lnTo>
                    <a:pt x="613875" y="178299"/>
                  </a:lnTo>
                  <a:lnTo>
                    <a:pt x="613875" y="114373"/>
                  </a:lnTo>
                  <a:lnTo>
                    <a:pt x="611403" y="106559"/>
                  </a:lnTo>
                  <a:lnTo>
                    <a:pt x="606459" y="101382"/>
                  </a:lnTo>
                  <a:lnTo>
                    <a:pt x="601561" y="96158"/>
                  </a:lnTo>
                  <a:lnTo>
                    <a:pt x="594354" y="93546"/>
                  </a:lnTo>
                  <a:lnTo>
                    <a:pt x="645056" y="93546"/>
                  </a:lnTo>
                  <a:lnTo>
                    <a:pt x="646987" y="97376"/>
                  </a:lnTo>
                  <a:lnTo>
                    <a:pt x="650385" y="110176"/>
                  </a:lnTo>
                  <a:lnTo>
                    <a:pt x="651517" y="124541"/>
                  </a:lnTo>
                  <a:lnTo>
                    <a:pt x="651517" y="167851"/>
                  </a:lnTo>
                  <a:lnTo>
                    <a:pt x="650385" y="182338"/>
                  </a:lnTo>
                  <a:lnTo>
                    <a:pt x="646987" y="195225"/>
                  </a:lnTo>
                  <a:lnTo>
                    <a:pt x="645030" y="199126"/>
                  </a:lnTo>
                  <a:close/>
                </a:path>
                <a:path w="998219" h="283210">
                  <a:moveTo>
                    <a:pt x="746679" y="95645"/>
                  </a:moveTo>
                  <a:lnTo>
                    <a:pt x="727823" y="95645"/>
                  </a:lnTo>
                  <a:lnTo>
                    <a:pt x="731601" y="79482"/>
                  </a:lnTo>
                  <a:lnTo>
                    <a:pt x="739787" y="67938"/>
                  </a:lnTo>
                  <a:lnTo>
                    <a:pt x="752381" y="61011"/>
                  </a:lnTo>
                  <a:lnTo>
                    <a:pt x="769383" y="58702"/>
                  </a:lnTo>
                  <a:lnTo>
                    <a:pt x="782441" y="59791"/>
                  </a:lnTo>
                  <a:lnTo>
                    <a:pt x="820516" y="85561"/>
                  </a:lnTo>
                  <a:lnTo>
                    <a:pt x="823756" y="92426"/>
                  </a:lnTo>
                  <a:lnTo>
                    <a:pt x="754224" y="92426"/>
                  </a:lnTo>
                  <a:lnTo>
                    <a:pt x="747207" y="95155"/>
                  </a:lnTo>
                  <a:lnTo>
                    <a:pt x="746679" y="95645"/>
                  </a:lnTo>
                  <a:close/>
                </a:path>
                <a:path w="998219" h="283210">
                  <a:moveTo>
                    <a:pt x="734330" y="231101"/>
                  </a:moveTo>
                  <a:lnTo>
                    <a:pt x="696688" y="231101"/>
                  </a:lnTo>
                  <a:lnTo>
                    <a:pt x="696688" y="61571"/>
                  </a:lnTo>
                  <a:lnTo>
                    <a:pt x="733770" y="61571"/>
                  </a:lnTo>
                  <a:lnTo>
                    <a:pt x="727908" y="95155"/>
                  </a:lnTo>
                  <a:lnTo>
                    <a:pt x="727823" y="95645"/>
                  </a:lnTo>
                  <a:lnTo>
                    <a:pt x="746679" y="95645"/>
                  </a:lnTo>
                  <a:lnTo>
                    <a:pt x="736872" y="106303"/>
                  </a:lnTo>
                  <a:lnTo>
                    <a:pt x="734389" y="114139"/>
                  </a:lnTo>
                  <a:lnTo>
                    <a:pt x="734330" y="231101"/>
                  </a:lnTo>
                  <a:close/>
                </a:path>
                <a:path w="998219" h="283210">
                  <a:moveTo>
                    <a:pt x="829765" y="137975"/>
                  </a:moveTo>
                  <a:lnTo>
                    <a:pt x="792123" y="137975"/>
                  </a:lnTo>
                  <a:lnTo>
                    <a:pt x="792123" y="114139"/>
                  </a:lnTo>
                  <a:lnTo>
                    <a:pt x="789722" y="106303"/>
                  </a:lnTo>
                  <a:lnTo>
                    <a:pt x="789651" y="106070"/>
                  </a:lnTo>
                  <a:lnTo>
                    <a:pt x="779808" y="95155"/>
                  </a:lnTo>
                  <a:lnTo>
                    <a:pt x="772695" y="92426"/>
                  </a:lnTo>
                  <a:lnTo>
                    <a:pt x="823756" y="92426"/>
                  </a:lnTo>
                  <a:lnTo>
                    <a:pt x="825655" y="96449"/>
                  </a:lnTo>
                  <a:lnTo>
                    <a:pt x="828737" y="108790"/>
                  </a:lnTo>
                  <a:lnTo>
                    <a:pt x="829765" y="122582"/>
                  </a:lnTo>
                  <a:lnTo>
                    <a:pt x="829765" y="137975"/>
                  </a:lnTo>
                  <a:close/>
                </a:path>
                <a:path w="998219" h="283210">
                  <a:moveTo>
                    <a:pt x="934687" y="61571"/>
                  </a:moveTo>
                  <a:lnTo>
                    <a:pt x="896975" y="61571"/>
                  </a:lnTo>
                  <a:lnTo>
                    <a:pt x="896975" y="18611"/>
                  </a:lnTo>
                  <a:lnTo>
                    <a:pt x="934687" y="18611"/>
                  </a:lnTo>
                  <a:lnTo>
                    <a:pt x="934687" y="61571"/>
                  </a:lnTo>
                  <a:close/>
                </a:path>
                <a:path w="998219" h="283210">
                  <a:moveTo>
                    <a:pt x="997727" y="96974"/>
                  </a:moveTo>
                  <a:lnTo>
                    <a:pt x="852546" y="96974"/>
                  </a:lnTo>
                  <a:lnTo>
                    <a:pt x="852546" y="61571"/>
                  </a:lnTo>
                  <a:lnTo>
                    <a:pt x="997727" y="61571"/>
                  </a:lnTo>
                  <a:lnTo>
                    <a:pt x="997727" y="96974"/>
                  </a:lnTo>
                  <a:close/>
                </a:path>
                <a:path w="998219" h="283210">
                  <a:moveTo>
                    <a:pt x="994859" y="231101"/>
                  </a:moveTo>
                  <a:lnTo>
                    <a:pt x="945952" y="231101"/>
                  </a:lnTo>
                  <a:lnTo>
                    <a:pt x="935181" y="230314"/>
                  </a:lnTo>
                  <a:lnTo>
                    <a:pt x="900246" y="203482"/>
                  </a:lnTo>
                  <a:lnTo>
                    <a:pt x="896975" y="183593"/>
                  </a:lnTo>
                  <a:lnTo>
                    <a:pt x="896975" y="96974"/>
                  </a:lnTo>
                  <a:lnTo>
                    <a:pt x="934687" y="96974"/>
                  </a:lnTo>
                  <a:lnTo>
                    <a:pt x="934687" y="188118"/>
                  </a:lnTo>
                  <a:lnTo>
                    <a:pt x="935503" y="191266"/>
                  </a:lnTo>
                  <a:lnTo>
                    <a:pt x="938815" y="194811"/>
                  </a:lnTo>
                  <a:lnTo>
                    <a:pt x="941754" y="195698"/>
                  </a:lnTo>
                  <a:lnTo>
                    <a:pt x="994859" y="195698"/>
                  </a:lnTo>
                  <a:lnTo>
                    <a:pt x="994859" y="231101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2352" y="1231899"/>
            <a:ext cx="6559550" cy="149987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16025">
              <a:lnSpc>
                <a:spcPct val="100000"/>
              </a:lnSpc>
              <a:spcBef>
                <a:spcPts val="1265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endParaRPr sz="2250"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nlp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spacy.load(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"en_core_web_sm"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doc</a:t>
            </a:r>
            <a:r>
              <a:rPr sz="2250" spc="-1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5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nlp(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"Here's</a:t>
            </a:r>
            <a:r>
              <a:rPr sz="2250" spc="-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my spaCy 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pipeline."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5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2982" y="1351045"/>
            <a:ext cx="102352" cy="10235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457321" y="1207753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4" h="429894">
                <a:moveTo>
                  <a:pt x="865132" y="429878"/>
                </a:moveTo>
                <a:lnTo>
                  <a:pt x="76504" y="429878"/>
                </a:lnTo>
                <a:lnTo>
                  <a:pt x="71179" y="429353"/>
                </a:lnTo>
                <a:lnTo>
                  <a:pt x="31919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865132" y="0"/>
                </a:lnTo>
                <a:lnTo>
                  <a:pt x="909716" y="16786"/>
                </a:lnTo>
                <a:lnTo>
                  <a:pt x="937461" y="55513"/>
                </a:lnTo>
                <a:lnTo>
                  <a:pt x="941637" y="76505"/>
                </a:lnTo>
                <a:lnTo>
                  <a:pt x="941637" y="353373"/>
                </a:lnTo>
                <a:lnTo>
                  <a:pt x="924849" y="397957"/>
                </a:lnTo>
                <a:lnTo>
                  <a:pt x="886122" y="425702"/>
                </a:lnTo>
                <a:lnTo>
                  <a:pt x="870457" y="429353"/>
                </a:lnTo>
                <a:lnTo>
                  <a:pt x="86513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2006098"/>
            <a:ext cx="102352" cy="10235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9006971" y="1862805"/>
            <a:ext cx="2149475" cy="429895"/>
          </a:xfrm>
          <a:custGeom>
            <a:avLst/>
            <a:gdLst/>
            <a:ahLst/>
            <a:cxnLst/>
            <a:rect l="l" t="t" r="r" b="b"/>
            <a:pathLst>
              <a:path w="2149475" h="429894">
                <a:moveTo>
                  <a:pt x="2072886" y="429878"/>
                </a:moveTo>
                <a:lnTo>
                  <a:pt x="76505" y="429878"/>
                </a:lnTo>
                <a:lnTo>
                  <a:pt x="71179" y="429353"/>
                </a:lnTo>
                <a:lnTo>
                  <a:pt x="31919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2072886" y="0"/>
                </a:lnTo>
                <a:lnTo>
                  <a:pt x="2117469" y="16786"/>
                </a:lnTo>
                <a:lnTo>
                  <a:pt x="2145215" y="55513"/>
                </a:lnTo>
                <a:lnTo>
                  <a:pt x="2149391" y="76505"/>
                </a:lnTo>
                <a:lnTo>
                  <a:pt x="2149391" y="353373"/>
                </a:lnTo>
                <a:lnTo>
                  <a:pt x="2132603" y="397957"/>
                </a:lnTo>
                <a:lnTo>
                  <a:pt x="2093876" y="425702"/>
                </a:lnTo>
                <a:lnTo>
                  <a:pt x="2078210" y="429353"/>
                </a:lnTo>
                <a:lnTo>
                  <a:pt x="2072886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793995" y="1862805"/>
            <a:ext cx="593725" cy="429895"/>
          </a:xfrm>
          <a:custGeom>
            <a:avLst/>
            <a:gdLst/>
            <a:ahLst/>
            <a:cxnLst/>
            <a:rect l="l" t="t" r="r" b="b"/>
            <a:pathLst>
              <a:path w="593725" h="429894">
                <a:moveTo>
                  <a:pt x="517135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18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5" y="0"/>
                </a:lnTo>
                <a:lnTo>
                  <a:pt x="517135" y="0"/>
                </a:lnTo>
                <a:lnTo>
                  <a:pt x="561720" y="16786"/>
                </a:lnTo>
                <a:lnTo>
                  <a:pt x="589464" y="55513"/>
                </a:lnTo>
                <a:lnTo>
                  <a:pt x="593641" y="76505"/>
                </a:lnTo>
                <a:lnTo>
                  <a:pt x="593641" y="353373"/>
                </a:lnTo>
                <a:lnTo>
                  <a:pt x="576852" y="397957"/>
                </a:lnTo>
                <a:lnTo>
                  <a:pt x="538124" y="425702"/>
                </a:lnTo>
                <a:lnTo>
                  <a:pt x="522459" y="429353"/>
                </a:lnTo>
                <a:lnTo>
                  <a:pt x="517135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316377" y="1829635"/>
            <a:ext cx="254000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11935" algn="l"/>
              </a:tabLst>
            </a:pP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return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nlp</a:t>
            </a:r>
            <a:r>
              <a:rPr sz="2250" spc="-3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550" spc="-19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7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1920" y="2354095"/>
            <a:ext cx="1453515" cy="429895"/>
          </a:xfrm>
          <a:custGeom>
            <a:avLst/>
            <a:gdLst/>
            <a:ahLst/>
            <a:cxnLst/>
            <a:rect l="l" t="t" r="r" b="b"/>
            <a:pathLst>
              <a:path w="1453515" h="429894">
                <a:moveTo>
                  <a:pt x="1376891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18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376891" y="0"/>
                </a:lnTo>
                <a:lnTo>
                  <a:pt x="1421475" y="16786"/>
                </a:lnTo>
                <a:lnTo>
                  <a:pt x="1449221" y="55513"/>
                </a:lnTo>
                <a:lnTo>
                  <a:pt x="1453397" y="76505"/>
                </a:lnTo>
                <a:lnTo>
                  <a:pt x="1453397" y="353373"/>
                </a:lnTo>
                <a:lnTo>
                  <a:pt x="1436609" y="397957"/>
                </a:lnTo>
                <a:lnTo>
                  <a:pt x="1397882" y="425702"/>
                </a:lnTo>
                <a:lnTo>
                  <a:pt x="1382216" y="429353"/>
                </a:lnTo>
                <a:lnTo>
                  <a:pt x="1376891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298279" y="1174582"/>
            <a:ext cx="2825115" cy="15652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96975" algn="l"/>
              </a:tabLst>
            </a:pP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Import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endParaRPr sz="2250">
              <a:latin typeface="Courier New"/>
              <a:cs typeface="Courier New"/>
            </a:endParaRPr>
          </a:p>
          <a:p>
            <a:pPr marL="93980" marR="5080" indent="-81915">
              <a:lnSpc>
                <a:spcPct val="126400"/>
              </a:lnSpc>
              <a:spcBef>
                <a:spcPts val="1290"/>
              </a:spcBef>
              <a:tabLst>
                <a:tab pos="748665" algn="l"/>
              </a:tabLst>
            </a:pP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Use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spacy.load()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Language</a:t>
            </a:r>
            <a:r>
              <a:rPr sz="2250" spc="3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class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1213" y="2978442"/>
            <a:ext cx="122822" cy="122822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9375439" y="2845384"/>
            <a:ext cx="1453515" cy="429895"/>
          </a:xfrm>
          <a:custGeom>
            <a:avLst/>
            <a:gdLst/>
            <a:ahLst/>
            <a:cxnLst/>
            <a:rect l="l" t="t" r="r" b="b"/>
            <a:pathLst>
              <a:path w="1453515" h="429895">
                <a:moveTo>
                  <a:pt x="1376893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19" y="413091"/>
                </a:lnTo>
                <a:lnTo>
                  <a:pt x="4174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5" y="0"/>
                </a:lnTo>
                <a:lnTo>
                  <a:pt x="1376893" y="0"/>
                </a:lnTo>
                <a:lnTo>
                  <a:pt x="1421477" y="16786"/>
                </a:lnTo>
                <a:lnTo>
                  <a:pt x="1449221" y="55513"/>
                </a:lnTo>
                <a:lnTo>
                  <a:pt x="1453398" y="76505"/>
                </a:lnTo>
                <a:lnTo>
                  <a:pt x="1453398" y="353372"/>
                </a:lnTo>
                <a:lnTo>
                  <a:pt x="1436610" y="397957"/>
                </a:lnTo>
                <a:lnTo>
                  <a:pt x="1397881" y="425702"/>
                </a:lnTo>
                <a:lnTo>
                  <a:pt x="1382218" y="429353"/>
                </a:lnTo>
                <a:lnTo>
                  <a:pt x="1376893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4135019"/>
            <a:ext cx="102352" cy="102351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9334498" y="3991726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4" h="429895">
                <a:moveTo>
                  <a:pt x="865133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19" y="413091"/>
                </a:lnTo>
                <a:lnTo>
                  <a:pt x="4174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865133" y="0"/>
                </a:lnTo>
                <a:lnTo>
                  <a:pt x="909717" y="16785"/>
                </a:lnTo>
                <a:lnTo>
                  <a:pt x="937461" y="55513"/>
                </a:lnTo>
                <a:lnTo>
                  <a:pt x="941638" y="76505"/>
                </a:lnTo>
                <a:lnTo>
                  <a:pt x="941638" y="353372"/>
                </a:lnTo>
                <a:lnTo>
                  <a:pt x="924850" y="397956"/>
                </a:lnTo>
                <a:lnTo>
                  <a:pt x="886123" y="425702"/>
                </a:lnTo>
                <a:lnTo>
                  <a:pt x="870457" y="429353"/>
                </a:lnTo>
                <a:lnTo>
                  <a:pt x="865133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633279" y="3991726"/>
            <a:ext cx="593725" cy="429895"/>
          </a:xfrm>
          <a:custGeom>
            <a:avLst/>
            <a:gdLst/>
            <a:ahLst/>
            <a:cxnLst/>
            <a:rect l="l" t="t" r="r" b="b"/>
            <a:pathLst>
              <a:path w="593725" h="429895">
                <a:moveTo>
                  <a:pt x="517137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18" y="413091"/>
                </a:lnTo>
                <a:lnTo>
                  <a:pt x="4174" y="374363"/>
                </a:lnTo>
                <a:lnTo>
                  <a:pt x="0" y="353372"/>
                </a:lnTo>
                <a:lnTo>
                  <a:pt x="1" y="347996"/>
                </a:lnTo>
                <a:lnTo>
                  <a:pt x="0" y="76505"/>
                </a:lnTo>
                <a:lnTo>
                  <a:pt x="16785" y="31919"/>
                </a:lnTo>
                <a:lnTo>
                  <a:pt x="55512" y="4174"/>
                </a:lnTo>
                <a:lnTo>
                  <a:pt x="76505" y="0"/>
                </a:lnTo>
                <a:lnTo>
                  <a:pt x="517137" y="0"/>
                </a:lnTo>
                <a:lnTo>
                  <a:pt x="561720" y="16785"/>
                </a:lnTo>
                <a:lnTo>
                  <a:pt x="589464" y="55513"/>
                </a:lnTo>
                <a:lnTo>
                  <a:pt x="593642" y="76505"/>
                </a:lnTo>
                <a:lnTo>
                  <a:pt x="593642" y="353372"/>
                </a:lnTo>
                <a:lnTo>
                  <a:pt x="576854" y="397956"/>
                </a:lnTo>
                <a:lnTo>
                  <a:pt x="538127" y="425702"/>
                </a:lnTo>
                <a:lnTo>
                  <a:pt x="522461" y="429353"/>
                </a:lnTo>
                <a:lnTo>
                  <a:pt x="517137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298279" y="2713956"/>
            <a:ext cx="5900420" cy="2154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608965">
              <a:lnSpc>
                <a:spcPct val="126400"/>
              </a:lnSpc>
              <a:spcBef>
                <a:spcPts val="95"/>
              </a:spcBef>
              <a:tabLst>
                <a:tab pos="1118870" algn="l"/>
              </a:tabLst>
            </a:pP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Language</a:t>
            </a:r>
            <a:r>
              <a:rPr sz="2250" spc="37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object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Tahoma"/>
                <a:cs typeface="Tahoma"/>
              </a:rPr>
              <a:t>text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processing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pipeline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  <a:tabLst>
                <a:tab pos="1080135" algn="l"/>
                <a:tab pos="5370830" algn="l"/>
              </a:tabLst>
            </a:pPr>
            <a:r>
              <a:rPr sz="2550" spc="140" dirty="0">
                <a:solidFill>
                  <a:srgbClr val="04182D"/>
                </a:solidFill>
                <a:latin typeface="Tahoma"/>
                <a:cs typeface="Tahoma"/>
              </a:rPr>
              <a:t>Apply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nlp()</a:t>
            </a:r>
            <a:r>
              <a:rPr sz="2250" spc="38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any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text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get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7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spc="-25" dirty="0">
                <a:solidFill>
                  <a:srgbClr val="04182D"/>
                </a:solidFill>
                <a:latin typeface="Courier New"/>
                <a:cs typeface="Courier New"/>
              </a:rPr>
              <a:t>Doc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container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spaCy</a:t>
            </a:r>
            <a:r>
              <a:rPr spc="-245" dirty="0"/>
              <a:t> </a:t>
            </a:r>
            <a:r>
              <a:rPr spc="-210" dirty="0"/>
              <a:t>NLP</a:t>
            </a:r>
            <a:r>
              <a:rPr spc="-165" dirty="0"/>
              <a:t> </a:t>
            </a:r>
            <a:r>
              <a:rPr spc="-185" dirty="0"/>
              <a:t>pipeline</a:t>
            </a:r>
          </a:p>
        </p:txBody>
      </p:sp>
      <p:sp>
        <p:nvSpPr>
          <p:cNvPr id="3" name="object 3"/>
          <p:cNvSpPr/>
          <p:nvPr/>
        </p:nvSpPr>
        <p:spPr>
          <a:xfrm>
            <a:off x="532230" y="2026568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4">
                <a:moveTo>
                  <a:pt x="86513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2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7" y="76505"/>
                </a:lnTo>
                <a:lnTo>
                  <a:pt x="941637" y="353372"/>
                </a:lnTo>
                <a:lnTo>
                  <a:pt x="924851" y="397957"/>
                </a:lnTo>
                <a:lnTo>
                  <a:pt x="886123" y="425702"/>
                </a:lnTo>
                <a:lnTo>
                  <a:pt x="870457" y="429353"/>
                </a:lnTo>
                <a:lnTo>
                  <a:pt x="86513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819689" y="2026568"/>
            <a:ext cx="1474470" cy="429895"/>
          </a:xfrm>
          <a:custGeom>
            <a:avLst/>
            <a:gdLst/>
            <a:ahLst/>
            <a:cxnLst/>
            <a:rect l="l" t="t" r="r" b="b"/>
            <a:pathLst>
              <a:path w="1474470" h="429894">
                <a:moveTo>
                  <a:pt x="139736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19" y="413091"/>
                </a:lnTo>
                <a:lnTo>
                  <a:pt x="4174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397362" y="0"/>
                </a:lnTo>
                <a:lnTo>
                  <a:pt x="1441948" y="16786"/>
                </a:lnTo>
                <a:lnTo>
                  <a:pt x="1469692" y="55513"/>
                </a:lnTo>
                <a:lnTo>
                  <a:pt x="1473868" y="76505"/>
                </a:lnTo>
                <a:lnTo>
                  <a:pt x="1473868" y="353372"/>
                </a:lnTo>
                <a:lnTo>
                  <a:pt x="1457081" y="397957"/>
                </a:lnTo>
                <a:lnTo>
                  <a:pt x="1418354" y="425702"/>
                </a:lnTo>
                <a:lnTo>
                  <a:pt x="1402687" y="429353"/>
                </a:lnTo>
                <a:lnTo>
                  <a:pt x="139736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0470" y="1993398"/>
            <a:ext cx="976503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306309" algn="l"/>
              </a:tabLst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r>
              <a:rPr sz="2250" spc="39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applies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some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processing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steps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using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Tahoma"/>
                <a:cs typeface="Tahoma"/>
              </a:rPr>
              <a:t>its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Language</a:t>
            </a:r>
            <a:r>
              <a:rPr sz="2250" spc="3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class: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2892488"/>
            <a:ext cx="14475695" cy="195899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0" dirty="0"/>
              <a:t>Container</a:t>
            </a:r>
            <a:r>
              <a:rPr spc="-120" dirty="0"/>
              <a:t> </a:t>
            </a:r>
            <a:r>
              <a:rPr spc="-220" dirty="0"/>
              <a:t>objects</a:t>
            </a:r>
            <a:r>
              <a:rPr spc="-114" dirty="0"/>
              <a:t> </a:t>
            </a:r>
            <a:r>
              <a:rPr spc="-265" dirty="0"/>
              <a:t>in</a:t>
            </a:r>
            <a:r>
              <a:rPr spc="-114" dirty="0"/>
              <a:t> </a:t>
            </a:r>
            <a:r>
              <a:rPr spc="-10" dirty="0"/>
              <a:t>spaCy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21864" y="3930315"/>
            <a:ext cx="9641840" cy="696595"/>
            <a:chOff x="1821864" y="3930315"/>
            <a:chExt cx="9641840" cy="696595"/>
          </a:xfrm>
        </p:grpSpPr>
        <p:sp>
          <p:nvSpPr>
            <p:cNvPr id="4" name="object 4"/>
            <p:cNvSpPr/>
            <p:nvPr/>
          </p:nvSpPr>
          <p:spPr>
            <a:xfrm>
              <a:off x="1821864" y="3930315"/>
              <a:ext cx="9641840" cy="696595"/>
            </a:xfrm>
            <a:custGeom>
              <a:avLst/>
              <a:gdLst/>
              <a:ahLst/>
              <a:cxnLst/>
              <a:rect l="l" t="t" r="r" b="b"/>
              <a:pathLst>
                <a:path w="9641840" h="696595">
                  <a:moveTo>
                    <a:pt x="9641554" y="695993"/>
                  </a:moveTo>
                  <a:lnTo>
                    <a:pt x="0" y="695993"/>
                  </a:lnTo>
                  <a:lnTo>
                    <a:pt x="0" y="0"/>
                  </a:lnTo>
                  <a:lnTo>
                    <a:pt x="9641554" y="0"/>
                  </a:lnTo>
                  <a:lnTo>
                    <a:pt x="9641554" y="695993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16900" y="4073607"/>
              <a:ext cx="593725" cy="429895"/>
            </a:xfrm>
            <a:custGeom>
              <a:avLst/>
              <a:gdLst/>
              <a:ahLst/>
              <a:cxnLst/>
              <a:rect l="l" t="t" r="r" b="b"/>
              <a:pathLst>
                <a:path w="593725" h="429895">
                  <a:moveTo>
                    <a:pt x="517136" y="429877"/>
                  </a:moveTo>
                  <a:lnTo>
                    <a:pt x="76505" y="429877"/>
                  </a:lnTo>
                  <a:lnTo>
                    <a:pt x="71180" y="429353"/>
                  </a:lnTo>
                  <a:lnTo>
                    <a:pt x="31920" y="413091"/>
                  </a:lnTo>
                  <a:lnTo>
                    <a:pt x="4175" y="374363"/>
                  </a:lnTo>
                  <a:lnTo>
                    <a:pt x="0" y="353372"/>
                  </a:lnTo>
                  <a:lnTo>
                    <a:pt x="0" y="347996"/>
                  </a:lnTo>
                  <a:lnTo>
                    <a:pt x="0" y="76505"/>
                  </a:lnTo>
                  <a:lnTo>
                    <a:pt x="16786" y="31919"/>
                  </a:lnTo>
                  <a:lnTo>
                    <a:pt x="55514" y="4174"/>
                  </a:lnTo>
                  <a:lnTo>
                    <a:pt x="76505" y="0"/>
                  </a:lnTo>
                  <a:lnTo>
                    <a:pt x="517136" y="0"/>
                  </a:lnTo>
                  <a:lnTo>
                    <a:pt x="561720" y="16786"/>
                  </a:lnTo>
                  <a:lnTo>
                    <a:pt x="589466" y="55513"/>
                  </a:lnTo>
                  <a:lnTo>
                    <a:pt x="593641" y="76505"/>
                  </a:lnTo>
                  <a:lnTo>
                    <a:pt x="593641" y="353372"/>
                  </a:lnTo>
                  <a:lnTo>
                    <a:pt x="576855" y="397957"/>
                  </a:lnTo>
                  <a:lnTo>
                    <a:pt x="538127" y="425702"/>
                  </a:lnTo>
                  <a:lnTo>
                    <a:pt x="522461" y="429353"/>
                  </a:lnTo>
                  <a:lnTo>
                    <a:pt x="517136" y="429877"/>
                  </a:lnTo>
                  <a:close/>
                </a:path>
              </a:pathLst>
            </a:custGeom>
            <a:solidFill>
              <a:srgbClr val="EFEB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91289" y="2640680"/>
          <a:ext cx="10971530" cy="2680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1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2550" spc="254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container</a:t>
                      </a:r>
                      <a:r>
                        <a:rPr sz="2550" spc="-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accessing</a:t>
                      </a:r>
                      <a:r>
                        <a:rPr sz="2550" spc="-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linguistic</a:t>
                      </a:r>
                      <a:r>
                        <a:rPr sz="2550" spc="-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annotations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14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2550" spc="-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text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915"/>
                        </a:spcBef>
                        <a:tabLst>
                          <a:tab pos="2426970" algn="l"/>
                        </a:tabLst>
                      </a:pPr>
                      <a:r>
                        <a:rPr sz="2550" spc="254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2550" spc="-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slice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from</a:t>
                      </a:r>
                      <a:r>
                        <a:rPr sz="2550" spc="-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7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sz="225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Doc</a:t>
                      </a:r>
                      <a:r>
                        <a:rPr sz="2250" spc="365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50" spc="10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object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2550" spc="15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An</a:t>
                      </a:r>
                      <a:r>
                        <a:rPr sz="2550" spc="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individual</a:t>
                      </a:r>
                      <a:r>
                        <a:rPr sz="2550" spc="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token,</a:t>
                      </a:r>
                      <a:r>
                        <a:rPr sz="2550" spc="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i.e.</a:t>
                      </a:r>
                      <a:r>
                        <a:rPr sz="2550" spc="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2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2550" spc="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word,</a:t>
                      </a:r>
                      <a:r>
                        <a:rPr sz="2550" spc="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punctuation,</a:t>
                      </a:r>
                      <a:r>
                        <a:rPr sz="2550" spc="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whitespace,</a:t>
                      </a:r>
                      <a:r>
                        <a:rPr sz="2550" spc="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etc.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0010021" y="1207753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4" h="429894">
                <a:moveTo>
                  <a:pt x="865132" y="429878"/>
                </a:moveTo>
                <a:lnTo>
                  <a:pt x="76504" y="429878"/>
                </a:lnTo>
                <a:lnTo>
                  <a:pt x="71179" y="429353"/>
                </a:lnTo>
                <a:lnTo>
                  <a:pt x="31919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865132" y="0"/>
                </a:lnTo>
                <a:lnTo>
                  <a:pt x="909716" y="16786"/>
                </a:lnTo>
                <a:lnTo>
                  <a:pt x="937461" y="55513"/>
                </a:lnTo>
                <a:lnTo>
                  <a:pt x="941638" y="76505"/>
                </a:lnTo>
                <a:lnTo>
                  <a:pt x="941638" y="353373"/>
                </a:lnTo>
                <a:lnTo>
                  <a:pt x="924849" y="397957"/>
                </a:lnTo>
                <a:lnTo>
                  <a:pt x="886122" y="425702"/>
                </a:lnTo>
                <a:lnTo>
                  <a:pt x="870457" y="429353"/>
                </a:lnTo>
                <a:lnTo>
                  <a:pt x="86513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7056" y="1174582"/>
            <a:ext cx="1028827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211310" algn="l"/>
              </a:tabLst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There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are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multiple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structures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represent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text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5" dirty="0">
                <a:solidFill>
                  <a:srgbClr val="04182D"/>
                </a:solidFill>
                <a:latin typeface="Tahoma"/>
                <a:cs typeface="Tahoma"/>
              </a:rPr>
              <a:t>in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r>
              <a:rPr sz="2250" spc="-3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-320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endParaRPr sz="25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5522" y="3377614"/>
            <a:ext cx="593725" cy="429895"/>
            <a:chOff x="675522" y="3377614"/>
            <a:chExt cx="593725" cy="429895"/>
          </a:xfrm>
        </p:grpSpPr>
        <p:sp>
          <p:nvSpPr>
            <p:cNvPr id="11" name="object 11"/>
            <p:cNvSpPr/>
            <p:nvPr/>
          </p:nvSpPr>
          <p:spPr>
            <a:xfrm>
              <a:off x="675522" y="3377614"/>
              <a:ext cx="593725" cy="429895"/>
            </a:xfrm>
            <a:custGeom>
              <a:avLst/>
              <a:gdLst/>
              <a:ahLst/>
              <a:cxnLst/>
              <a:rect l="l" t="t" r="r" b="b"/>
              <a:pathLst>
                <a:path w="593725" h="429895">
                  <a:moveTo>
                    <a:pt x="517136" y="429878"/>
                  </a:moveTo>
                  <a:lnTo>
                    <a:pt x="76505" y="429878"/>
                  </a:lnTo>
                  <a:lnTo>
                    <a:pt x="71180" y="429353"/>
                  </a:lnTo>
                  <a:lnTo>
                    <a:pt x="31920" y="413091"/>
                  </a:lnTo>
                  <a:lnTo>
                    <a:pt x="4175" y="374363"/>
                  </a:lnTo>
                  <a:lnTo>
                    <a:pt x="0" y="353372"/>
                  </a:lnTo>
                  <a:lnTo>
                    <a:pt x="0" y="347996"/>
                  </a:lnTo>
                  <a:lnTo>
                    <a:pt x="0" y="76505"/>
                  </a:lnTo>
                  <a:lnTo>
                    <a:pt x="16786" y="31919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517136" y="0"/>
                  </a:lnTo>
                  <a:lnTo>
                    <a:pt x="561720" y="16786"/>
                  </a:lnTo>
                  <a:lnTo>
                    <a:pt x="589465" y="55513"/>
                  </a:lnTo>
                  <a:lnTo>
                    <a:pt x="593641" y="76505"/>
                  </a:lnTo>
                  <a:lnTo>
                    <a:pt x="593641" y="353372"/>
                  </a:lnTo>
                  <a:lnTo>
                    <a:pt x="576854" y="397957"/>
                  </a:lnTo>
                  <a:lnTo>
                    <a:pt x="538127" y="425702"/>
                  </a:lnTo>
                  <a:lnTo>
                    <a:pt x="522460" y="429353"/>
                  </a:lnTo>
                  <a:lnTo>
                    <a:pt x="517136" y="429878"/>
                  </a:lnTo>
                  <a:close/>
                </a:path>
              </a:pathLst>
            </a:custGeom>
            <a:solidFill>
              <a:srgbClr val="EFEB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2841" y="3463574"/>
              <a:ext cx="478155" cy="224154"/>
            </a:xfrm>
            <a:custGeom>
              <a:avLst/>
              <a:gdLst/>
              <a:ahLst/>
              <a:cxnLst/>
              <a:rect l="l" t="t" r="r" b="b"/>
              <a:pathLst>
                <a:path w="478155" h="224154">
                  <a:moveTo>
                    <a:pt x="60101" y="221096"/>
                  </a:moveTo>
                  <a:lnTo>
                    <a:pt x="0" y="221096"/>
                  </a:lnTo>
                  <a:lnTo>
                    <a:pt x="0" y="0"/>
                  </a:lnTo>
                  <a:lnTo>
                    <a:pt x="60101" y="0"/>
                  </a:lnTo>
                  <a:lnTo>
                    <a:pt x="70548" y="529"/>
                  </a:lnTo>
                  <a:lnTo>
                    <a:pt x="112419" y="18733"/>
                  </a:lnTo>
                  <a:lnTo>
                    <a:pt x="124302" y="34843"/>
                  </a:lnTo>
                  <a:lnTo>
                    <a:pt x="37642" y="34843"/>
                  </a:lnTo>
                  <a:lnTo>
                    <a:pt x="37642" y="186252"/>
                  </a:lnTo>
                  <a:lnTo>
                    <a:pt x="124242" y="186252"/>
                  </a:lnTo>
                  <a:lnTo>
                    <a:pt x="121139" y="192173"/>
                  </a:lnTo>
                  <a:lnTo>
                    <a:pt x="112507" y="202344"/>
                  </a:lnTo>
                  <a:lnTo>
                    <a:pt x="101859" y="210548"/>
                  </a:lnTo>
                  <a:lnTo>
                    <a:pt x="89575" y="216408"/>
                  </a:lnTo>
                  <a:lnTo>
                    <a:pt x="75656" y="219924"/>
                  </a:lnTo>
                  <a:lnTo>
                    <a:pt x="60101" y="221096"/>
                  </a:lnTo>
                  <a:close/>
                </a:path>
                <a:path w="478155" h="224154">
                  <a:moveTo>
                    <a:pt x="124242" y="186252"/>
                  </a:moveTo>
                  <a:lnTo>
                    <a:pt x="60101" y="186252"/>
                  </a:lnTo>
                  <a:lnTo>
                    <a:pt x="67859" y="185697"/>
                  </a:lnTo>
                  <a:lnTo>
                    <a:pt x="74689" y="184031"/>
                  </a:lnTo>
                  <a:lnTo>
                    <a:pt x="94595" y="152108"/>
                  </a:lnTo>
                  <a:lnTo>
                    <a:pt x="94595" y="68707"/>
                  </a:lnTo>
                  <a:lnTo>
                    <a:pt x="67859" y="35399"/>
                  </a:lnTo>
                  <a:lnTo>
                    <a:pt x="60101" y="34843"/>
                  </a:lnTo>
                  <a:lnTo>
                    <a:pt x="124302" y="34843"/>
                  </a:lnTo>
                  <a:lnTo>
                    <a:pt x="127160" y="40712"/>
                  </a:lnTo>
                  <a:lnTo>
                    <a:pt x="129981" y="49431"/>
                  </a:lnTo>
                  <a:lnTo>
                    <a:pt x="131673" y="58763"/>
                  </a:lnTo>
                  <a:lnTo>
                    <a:pt x="132237" y="68707"/>
                  </a:lnTo>
                  <a:lnTo>
                    <a:pt x="132237" y="152108"/>
                  </a:lnTo>
                  <a:lnTo>
                    <a:pt x="131041" y="166609"/>
                  </a:lnTo>
                  <a:lnTo>
                    <a:pt x="131004" y="167055"/>
                  </a:lnTo>
                  <a:lnTo>
                    <a:pt x="127305" y="180410"/>
                  </a:lnTo>
                  <a:lnTo>
                    <a:pt x="124242" y="186252"/>
                  </a:lnTo>
                  <a:close/>
                </a:path>
                <a:path w="478155" h="224154">
                  <a:moveTo>
                    <a:pt x="237509" y="223964"/>
                  </a:moveTo>
                  <a:lnTo>
                    <a:pt x="198651" y="213968"/>
                  </a:lnTo>
                  <a:lnTo>
                    <a:pt x="171889" y="172333"/>
                  </a:lnTo>
                  <a:lnTo>
                    <a:pt x="170761" y="157845"/>
                  </a:lnTo>
                  <a:lnTo>
                    <a:pt x="170782" y="114536"/>
                  </a:lnTo>
                  <a:lnTo>
                    <a:pt x="180929" y="76137"/>
                  </a:lnTo>
                  <a:lnTo>
                    <a:pt x="223000" y="49807"/>
                  </a:lnTo>
                  <a:lnTo>
                    <a:pt x="237509" y="48697"/>
                  </a:lnTo>
                  <a:lnTo>
                    <a:pt x="251984" y="49807"/>
                  </a:lnTo>
                  <a:lnTo>
                    <a:pt x="293995" y="76137"/>
                  </a:lnTo>
                  <a:lnTo>
                    <a:pt x="297727" y="83540"/>
                  </a:lnTo>
                  <a:lnTo>
                    <a:pt x="227947" y="83540"/>
                  </a:lnTo>
                  <a:lnTo>
                    <a:pt x="220717" y="86152"/>
                  </a:lnTo>
                  <a:lnTo>
                    <a:pt x="210922" y="96554"/>
                  </a:lnTo>
                  <a:lnTo>
                    <a:pt x="208473" y="104367"/>
                  </a:lnTo>
                  <a:lnTo>
                    <a:pt x="208473" y="168294"/>
                  </a:lnTo>
                  <a:lnTo>
                    <a:pt x="210922" y="176130"/>
                  </a:lnTo>
                  <a:lnTo>
                    <a:pt x="220717" y="186532"/>
                  </a:lnTo>
                  <a:lnTo>
                    <a:pt x="227947" y="189121"/>
                  </a:lnTo>
                  <a:lnTo>
                    <a:pt x="297700" y="189121"/>
                  </a:lnTo>
                  <a:lnTo>
                    <a:pt x="293995" y="196507"/>
                  </a:lnTo>
                  <a:lnTo>
                    <a:pt x="286066" y="206193"/>
                  </a:lnTo>
                  <a:lnTo>
                    <a:pt x="276262" y="213968"/>
                  </a:lnTo>
                  <a:lnTo>
                    <a:pt x="264901" y="219521"/>
                  </a:lnTo>
                  <a:lnTo>
                    <a:pt x="251984" y="222854"/>
                  </a:lnTo>
                  <a:lnTo>
                    <a:pt x="237509" y="223964"/>
                  </a:lnTo>
                  <a:close/>
                </a:path>
                <a:path w="478155" h="224154">
                  <a:moveTo>
                    <a:pt x="297700" y="189121"/>
                  </a:moveTo>
                  <a:lnTo>
                    <a:pt x="247025" y="189121"/>
                  </a:lnTo>
                  <a:lnTo>
                    <a:pt x="254231" y="186532"/>
                  </a:lnTo>
                  <a:lnTo>
                    <a:pt x="264073" y="176130"/>
                  </a:lnTo>
                  <a:lnTo>
                    <a:pt x="266546" y="168294"/>
                  </a:lnTo>
                  <a:lnTo>
                    <a:pt x="266546" y="104367"/>
                  </a:lnTo>
                  <a:lnTo>
                    <a:pt x="264073" y="96554"/>
                  </a:lnTo>
                  <a:lnTo>
                    <a:pt x="259129" y="91377"/>
                  </a:lnTo>
                  <a:lnTo>
                    <a:pt x="254231" y="86152"/>
                  </a:lnTo>
                  <a:lnTo>
                    <a:pt x="247025" y="83540"/>
                  </a:lnTo>
                  <a:lnTo>
                    <a:pt x="297727" y="83540"/>
                  </a:lnTo>
                  <a:lnTo>
                    <a:pt x="299658" y="87371"/>
                  </a:lnTo>
                  <a:lnTo>
                    <a:pt x="303055" y="100171"/>
                  </a:lnTo>
                  <a:lnTo>
                    <a:pt x="304188" y="114536"/>
                  </a:lnTo>
                  <a:lnTo>
                    <a:pt x="304188" y="157845"/>
                  </a:lnTo>
                  <a:lnTo>
                    <a:pt x="303055" y="172333"/>
                  </a:lnTo>
                  <a:lnTo>
                    <a:pt x="299658" y="185220"/>
                  </a:lnTo>
                  <a:lnTo>
                    <a:pt x="297700" y="189121"/>
                  </a:lnTo>
                  <a:close/>
                </a:path>
                <a:path w="478155" h="224154">
                  <a:moveTo>
                    <a:pt x="410579" y="223964"/>
                  </a:moveTo>
                  <a:lnTo>
                    <a:pt x="371131" y="213968"/>
                  </a:lnTo>
                  <a:lnTo>
                    <a:pt x="343861" y="172333"/>
                  </a:lnTo>
                  <a:lnTo>
                    <a:pt x="342711" y="157845"/>
                  </a:lnTo>
                  <a:lnTo>
                    <a:pt x="342711" y="114816"/>
                  </a:lnTo>
                  <a:lnTo>
                    <a:pt x="353062" y="76154"/>
                  </a:lnTo>
                  <a:lnTo>
                    <a:pt x="396244" y="49711"/>
                  </a:lnTo>
                  <a:lnTo>
                    <a:pt x="397139" y="49711"/>
                  </a:lnTo>
                  <a:lnTo>
                    <a:pt x="410579" y="48697"/>
                  </a:lnTo>
                  <a:lnTo>
                    <a:pt x="448545" y="57827"/>
                  </a:lnTo>
                  <a:lnTo>
                    <a:pt x="471540" y="83540"/>
                  </a:lnTo>
                  <a:lnTo>
                    <a:pt x="400970" y="83540"/>
                  </a:lnTo>
                  <a:lnTo>
                    <a:pt x="393531" y="86199"/>
                  </a:lnTo>
                  <a:lnTo>
                    <a:pt x="383036" y="96834"/>
                  </a:lnTo>
                  <a:lnTo>
                    <a:pt x="380423" y="104507"/>
                  </a:lnTo>
                  <a:lnTo>
                    <a:pt x="380423" y="168107"/>
                  </a:lnTo>
                  <a:lnTo>
                    <a:pt x="382989" y="175897"/>
                  </a:lnTo>
                  <a:lnTo>
                    <a:pt x="388120" y="181214"/>
                  </a:lnTo>
                  <a:lnTo>
                    <a:pt x="393297" y="186485"/>
                  </a:lnTo>
                  <a:lnTo>
                    <a:pt x="400784" y="189121"/>
                  </a:lnTo>
                  <a:lnTo>
                    <a:pt x="471551" y="189121"/>
                  </a:lnTo>
                  <a:lnTo>
                    <a:pt x="466592" y="198580"/>
                  </a:lnTo>
                  <a:lnTo>
                    <a:pt x="458437" y="207802"/>
                  </a:lnTo>
                  <a:lnTo>
                    <a:pt x="448545" y="214873"/>
                  </a:lnTo>
                  <a:lnTo>
                    <a:pt x="437272" y="219924"/>
                  </a:lnTo>
                  <a:lnTo>
                    <a:pt x="425036" y="222854"/>
                  </a:lnTo>
                  <a:lnTo>
                    <a:pt x="426014" y="222854"/>
                  </a:lnTo>
                  <a:lnTo>
                    <a:pt x="410579" y="223964"/>
                  </a:lnTo>
                  <a:close/>
                </a:path>
                <a:path w="478155" h="224154">
                  <a:moveTo>
                    <a:pt x="478098" y="115026"/>
                  </a:moveTo>
                  <a:lnTo>
                    <a:pt x="440525" y="115026"/>
                  </a:lnTo>
                  <a:lnTo>
                    <a:pt x="439594" y="106708"/>
                  </a:lnTo>
                  <a:lnTo>
                    <a:pt x="437849" y="99808"/>
                  </a:lnTo>
                  <a:lnTo>
                    <a:pt x="435291" y="94324"/>
                  </a:lnTo>
                  <a:lnTo>
                    <a:pt x="431919" y="90257"/>
                  </a:lnTo>
                  <a:lnTo>
                    <a:pt x="426928" y="85779"/>
                  </a:lnTo>
                  <a:lnTo>
                    <a:pt x="419815" y="83540"/>
                  </a:lnTo>
                  <a:lnTo>
                    <a:pt x="471540" y="83540"/>
                  </a:lnTo>
                  <a:lnTo>
                    <a:pt x="472588" y="85534"/>
                  </a:lnTo>
                  <a:lnTo>
                    <a:pt x="476423" y="99169"/>
                  </a:lnTo>
                  <a:lnTo>
                    <a:pt x="478075" y="114816"/>
                  </a:lnTo>
                  <a:lnTo>
                    <a:pt x="478098" y="115026"/>
                  </a:lnTo>
                  <a:close/>
                </a:path>
                <a:path w="478155" h="224154">
                  <a:moveTo>
                    <a:pt x="471551" y="189121"/>
                  </a:moveTo>
                  <a:lnTo>
                    <a:pt x="419815" y="189121"/>
                  </a:lnTo>
                  <a:lnTo>
                    <a:pt x="426928" y="186882"/>
                  </a:lnTo>
                  <a:lnTo>
                    <a:pt x="431919" y="182404"/>
                  </a:lnTo>
                  <a:lnTo>
                    <a:pt x="435291" y="178337"/>
                  </a:lnTo>
                  <a:lnTo>
                    <a:pt x="437849" y="172853"/>
                  </a:lnTo>
                  <a:lnTo>
                    <a:pt x="439594" y="165953"/>
                  </a:lnTo>
                  <a:lnTo>
                    <a:pt x="440502" y="157845"/>
                  </a:lnTo>
                  <a:lnTo>
                    <a:pt x="440525" y="157635"/>
                  </a:lnTo>
                  <a:lnTo>
                    <a:pt x="478098" y="157635"/>
                  </a:lnTo>
                  <a:lnTo>
                    <a:pt x="476546" y="172333"/>
                  </a:lnTo>
                  <a:lnTo>
                    <a:pt x="476423" y="173496"/>
                  </a:lnTo>
                  <a:lnTo>
                    <a:pt x="472773" y="186485"/>
                  </a:lnTo>
                  <a:lnTo>
                    <a:pt x="472661" y="186882"/>
                  </a:lnTo>
                  <a:lnTo>
                    <a:pt x="472588" y="187144"/>
                  </a:lnTo>
                  <a:lnTo>
                    <a:pt x="471551" y="189121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75522" y="4073607"/>
            <a:ext cx="777875" cy="429895"/>
            <a:chOff x="675522" y="4073607"/>
            <a:chExt cx="777875" cy="429895"/>
          </a:xfrm>
        </p:grpSpPr>
        <p:sp>
          <p:nvSpPr>
            <p:cNvPr id="14" name="object 14"/>
            <p:cNvSpPr/>
            <p:nvPr/>
          </p:nvSpPr>
          <p:spPr>
            <a:xfrm>
              <a:off x="675522" y="4073607"/>
              <a:ext cx="777875" cy="429895"/>
            </a:xfrm>
            <a:custGeom>
              <a:avLst/>
              <a:gdLst/>
              <a:ahLst/>
              <a:cxnLst/>
              <a:rect l="l" t="t" r="r" b="b"/>
              <a:pathLst>
                <a:path w="777875" h="429895">
                  <a:moveTo>
                    <a:pt x="701369" y="429877"/>
                  </a:moveTo>
                  <a:lnTo>
                    <a:pt x="76505" y="429877"/>
                  </a:lnTo>
                  <a:lnTo>
                    <a:pt x="71180" y="429353"/>
                  </a:lnTo>
                  <a:lnTo>
                    <a:pt x="31920" y="413091"/>
                  </a:lnTo>
                  <a:lnTo>
                    <a:pt x="4175" y="374363"/>
                  </a:lnTo>
                  <a:lnTo>
                    <a:pt x="0" y="353372"/>
                  </a:lnTo>
                  <a:lnTo>
                    <a:pt x="0" y="347996"/>
                  </a:lnTo>
                  <a:lnTo>
                    <a:pt x="0" y="76505"/>
                  </a:lnTo>
                  <a:lnTo>
                    <a:pt x="16786" y="31919"/>
                  </a:lnTo>
                  <a:lnTo>
                    <a:pt x="55513" y="4174"/>
                  </a:lnTo>
                  <a:lnTo>
                    <a:pt x="76505" y="0"/>
                  </a:lnTo>
                  <a:lnTo>
                    <a:pt x="701369" y="0"/>
                  </a:lnTo>
                  <a:lnTo>
                    <a:pt x="745954" y="16786"/>
                  </a:lnTo>
                  <a:lnTo>
                    <a:pt x="773699" y="55513"/>
                  </a:lnTo>
                  <a:lnTo>
                    <a:pt x="777874" y="76505"/>
                  </a:lnTo>
                  <a:lnTo>
                    <a:pt x="777874" y="353372"/>
                  </a:lnTo>
                  <a:lnTo>
                    <a:pt x="761088" y="397957"/>
                  </a:lnTo>
                  <a:lnTo>
                    <a:pt x="722360" y="425702"/>
                  </a:lnTo>
                  <a:lnTo>
                    <a:pt x="706694" y="429353"/>
                  </a:lnTo>
                  <a:lnTo>
                    <a:pt x="701369" y="429877"/>
                  </a:lnTo>
                  <a:close/>
                </a:path>
              </a:pathLst>
            </a:custGeom>
            <a:solidFill>
              <a:srgbClr val="EFEB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6964" y="4156419"/>
              <a:ext cx="653415" cy="276225"/>
            </a:xfrm>
            <a:custGeom>
              <a:avLst/>
              <a:gdLst/>
              <a:ahLst/>
              <a:cxnLst/>
              <a:rect l="l" t="t" r="r" b="b"/>
              <a:pathLst>
                <a:path w="653415" h="276225">
                  <a:moveTo>
                    <a:pt x="136191" y="192269"/>
                  </a:moveTo>
                  <a:lnTo>
                    <a:pt x="83097" y="192269"/>
                  </a:lnTo>
                  <a:lnTo>
                    <a:pt x="91143" y="189820"/>
                  </a:lnTo>
                  <a:lnTo>
                    <a:pt x="102245" y="179978"/>
                  </a:lnTo>
                  <a:lnTo>
                    <a:pt x="105020" y="173145"/>
                  </a:lnTo>
                  <a:lnTo>
                    <a:pt x="105020" y="157332"/>
                  </a:lnTo>
                  <a:lnTo>
                    <a:pt x="103108" y="151152"/>
                  </a:lnTo>
                  <a:lnTo>
                    <a:pt x="95458" y="140610"/>
                  </a:lnTo>
                  <a:lnTo>
                    <a:pt x="90071" y="136925"/>
                  </a:lnTo>
                  <a:lnTo>
                    <a:pt x="83120" y="134826"/>
                  </a:lnTo>
                  <a:lnTo>
                    <a:pt x="54784" y="125940"/>
                  </a:lnTo>
                  <a:lnTo>
                    <a:pt x="18681" y="101942"/>
                  </a:lnTo>
                  <a:lnTo>
                    <a:pt x="5877" y="61850"/>
                  </a:lnTo>
                  <a:lnTo>
                    <a:pt x="6406" y="52956"/>
                  </a:lnTo>
                  <a:lnTo>
                    <a:pt x="24572" y="17002"/>
                  </a:lnTo>
                  <a:lnTo>
                    <a:pt x="46274" y="4250"/>
                  </a:lnTo>
                  <a:lnTo>
                    <a:pt x="46411" y="4250"/>
                  </a:lnTo>
                  <a:lnTo>
                    <a:pt x="54486" y="1941"/>
                  </a:lnTo>
                  <a:lnTo>
                    <a:pt x="63525" y="485"/>
                  </a:lnTo>
                  <a:lnTo>
                    <a:pt x="73115" y="0"/>
                  </a:lnTo>
                  <a:lnTo>
                    <a:pt x="87327" y="1062"/>
                  </a:lnTo>
                  <a:lnTo>
                    <a:pt x="129290" y="26543"/>
                  </a:lnTo>
                  <a:lnTo>
                    <a:pt x="133443" y="34843"/>
                  </a:lnTo>
                  <a:lnTo>
                    <a:pt x="63273" y="34843"/>
                  </a:lnTo>
                  <a:lnTo>
                    <a:pt x="55997" y="37036"/>
                  </a:lnTo>
                  <a:lnTo>
                    <a:pt x="46015" y="45758"/>
                  </a:lnTo>
                  <a:lnTo>
                    <a:pt x="43519" y="51799"/>
                  </a:lnTo>
                  <a:lnTo>
                    <a:pt x="43519" y="66818"/>
                  </a:lnTo>
                  <a:lnTo>
                    <a:pt x="94735" y="98863"/>
                  </a:lnTo>
                  <a:lnTo>
                    <a:pt x="105471" y="103070"/>
                  </a:lnTo>
                  <a:lnTo>
                    <a:pt x="135609" y="132391"/>
                  </a:lnTo>
                  <a:lnTo>
                    <a:pt x="142733" y="163863"/>
                  </a:lnTo>
                  <a:lnTo>
                    <a:pt x="142173" y="172880"/>
                  </a:lnTo>
                  <a:lnTo>
                    <a:pt x="140494" y="181389"/>
                  </a:lnTo>
                  <a:lnTo>
                    <a:pt x="137695" y="189392"/>
                  </a:lnTo>
                  <a:lnTo>
                    <a:pt x="136191" y="192269"/>
                  </a:lnTo>
                  <a:close/>
                </a:path>
                <a:path w="653415" h="276225">
                  <a:moveTo>
                    <a:pt x="140284" y="68077"/>
                  </a:moveTo>
                  <a:lnTo>
                    <a:pt x="102431" y="68077"/>
                  </a:lnTo>
                  <a:lnTo>
                    <a:pt x="101959" y="59367"/>
                  </a:lnTo>
                  <a:lnTo>
                    <a:pt x="100524" y="52081"/>
                  </a:lnTo>
                  <a:lnTo>
                    <a:pt x="98181" y="46353"/>
                  </a:lnTo>
                  <a:lnTo>
                    <a:pt x="94875" y="42050"/>
                  </a:lnTo>
                  <a:lnTo>
                    <a:pt x="89884" y="37245"/>
                  </a:lnTo>
                  <a:lnTo>
                    <a:pt x="82537" y="34843"/>
                  </a:lnTo>
                  <a:lnTo>
                    <a:pt x="133443" y="34843"/>
                  </a:lnTo>
                  <a:lnTo>
                    <a:pt x="135141" y="38237"/>
                  </a:lnTo>
                  <a:lnTo>
                    <a:pt x="138731" y="51799"/>
                  </a:lnTo>
                  <a:lnTo>
                    <a:pt x="138806" y="52081"/>
                  </a:lnTo>
                  <a:lnTo>
                    <a:pt x="140167" y="66818"/>
                  </a:lnTo>
                  <a:lnTo>
                    <a:pt x="140284" y="68077"/>
                  </a:lnTo>
                  <a:close/>
                </a:path>
                <a:path w="653415" h="276225">
                  <a:moveTo>
                    <a:pt x="72555" y="227113"/>
                  </a:moveTo>
                  <a:lnTo>
                    <a:pt x="30785" y="217589"/>
                  </a:lnTo>
                  <a:lnTo>
                    <a:pt x="5439" y="188648"/>
                  </a:lnTo>
                  <a:lnTo>
                    <a:pt x="0" y="157915"/>
                  </a:lnTo>
                  <a:lnTo>
                    <a:pt x="37852" y="157915"/>
                  </a:lnTo>
                  <a:lnTo>
                    <a:pt x="38403" y="166806"/>
                  </a:lnTo>
                  <a:lnTo>
                    <a:pt x="40056" y="174235"/>
                  </a:lnTo>
                  <a:lnTo>
                    <a:pt x="72555" y="192269"/>
                  </a:lnTo>
                  <a:lnTo>
                    <a:pt x="136191" y="192269"/>
                  </a:lnTo>
                  <a:lnTo>
                    <a:pt x="133777" y="196887"/>
                  </a:lnTo>
                  <a:lnTo>
                    <a:pt x="100617" y="222705"/>
                  </a:lnTo>
                  <a:lnTo>
                    <a:pt x="82460" y="226623"/>
                  </a:lnTo>
                  <a:lnTo>
                    <a:pt x="72555" y="227113"/>
                  </a:lnTo>
                  <a:close/>
                </a:path>
                <a:path w="653415" h="276225">
                  <a:moveTo>
                    <a:pt x="226879" y="90327"/>
                  </a:moveTo>
                  <a:lnTo>
                    <a:pt x="209883" y="90327"/>
                  </a:lnTo>
                  <a:lnTo>
                    <a:pt x="213154" y="69477"/>
                  </a:lnTo>
                  <a:lnTo>
                    <a:pt x="252832" y="51845"/>
                  </a:lnTo>
                  <a:lnTo>
                    <a:pt x="265391" y="52947"/>
                  </a:lnTo>
                  <a:lnTo>
                    <a:pt x="301407" y="79014"/>
                  </a:lnTo>
                  <a:lnTo>
                    <a:pt x="304524" y="86129"/>
                  </a:lnTo>
                  <a:lnTo>
                    <a:pt x="235270" y="86129"/>
                  </a:lnTo>
                  <a:lnTo>
                    <a:pt x="228526" y="88764"/>
                  </a:lnTo>
                  <a:lnTo>
                    <a:pt x="228336" y="88764"/>
                  </a:lnTo>
                  <a:lnTo>
                    <a:pt x="226879" y="90327"/>
                  </a:lnTo>
                  <a:close/>
                </a:path>
                <a:path w="653415" h="276225">
                  <a:moveTo>
                    <a:pt x="215470" y="275810"/>
                  </a:moveTo>
                  <a:lnTo>
                    <a:pt x="177827" y="275810"/>
                  </a:lnTo>
                  <a:lnTo>
                    <a:pt x="177827" y="54714"/>
                  </a:lnTo>
                  <a:lnTo>
                    <a:pt x="215470" y="54714"/>
                  </a:lnTo>
                  <a:lnTo>
                    <a:pt x="213240" y="68927"/>
                  </a:lnTo>
                  <a:lnTo>
                    <a:pt x="210414" y="74112"/>
                  </a:lnTo>
                  <a:lnTo>
                    <a:pt x="208923" y="81708"/>
                  </a:lnTo>
                  <a:lnTo>
                    <a:pt x="209414" y="88764"/>
                  </a:lnTo>
                  <a:lnTo>
                    <a:pt x="209522" y="90327"/>
                  </a:lnTo>
                  <a:lnTo>
                    <a:pt x="226879" y="90327"/>
                  </a:lnTo>
                  <a:lnTo>
                    <a:pt x="218012" y="99843"/>
                  </a:lnTo>
                  <a:lnTo>
                    <a:pt x="215470" y="107702"/>
                  </a:lnTo>
                  <a:lnTo>
                    <a:pt x="215470" y="171256"/>
                  </a:lnTo>
                  <a:lnTo>
                    <a:pt x="218012" y="179139"/>
                  </a:lnTo>
                  <a:lnTo>
                    <a:pt x="223096" y="184643"/>
                  </a:lnTo>
                  <a:lnTo>
                    <a:pt x="227306" y="189121"/>
                  </a:lnTo>
                  <a:lnTo>
                    <a:pt x="209872" y="189121"/>
                  </a:lnTo>
                  <a:lnTo>
                    <a:pt x="208963" y="189261"/>
                  </a:lnTo>
                  <a:lnTo>
                    <a:pt x="208604" y="197495"/>
                  </a:lnTo>
                  <a:lnTo>
                    <a:pt x="210257" y="204846"/>
                  </a:lnTo>
                  <a:lnTo>
                    <a:pt x="213246" y="210121"/>
                  </a:lnTo>
                  <a:lnTo>
                    <a:pt x="215470" y="223964"/>
                  </a:lnTo>
                  <a:lnTo>
                    <a:pt x="215470" y="275810"/>
                  </a:lnTo>
                  <a:close/>
                </a:path>
                <a:path w="653415" h="276225">
                  <a:moveTo>
                    <a:pt x="209883" y="90327"/>
                  </a:moveTo>
                  <a:lnTo>
                    <a:pt x="209522" y="90327"/>
                  </a:lnTo>
                  <a:lnTo>
                    <a:pt x="208923" y="81708"/>
                  </a:lnTo>
                  <a:lnTo>
                    <a:pt x="210414" y="74112"/>
                  </a:lnTo>
                  <a:lnTo>
                    <a:pt x="213240" y="68927"/>
                  </a:lnTo>
                  <a:lnTo>
                    <a:pt x="209935" y="89995"/>
                  </a:lnTo>
                  <a:lnTo>
                    <a:pt x="209883" y="90327"/>
                  </a:lnTo>
                  <a:close/>
                </a:path>
                <a:path w="653415" h="276225">
                  <a:moveTo>
                    <a:pt x="304501" y="192829"/>
                  </a:moveTo>
                  <a:lnTo>
                    <a:pt x="253415" y="192829"/>
                  </a:lnTo>
                  <a:lnTo>
                    <a:pt x="260660" y="190100"/>
                  </a:lnTo>
                  <a:lnTo>
                    <a:pt x="260497" y="190100"/>
                  </a:lnTo>
                  <a:lnTo>
                    <a:pt x="270021" y="179652"/>
                  </a:lnTo>
                  <a:lnTo>
                    <a:pt x="272423" y="171675"/>
                  </a:lnTo>
                  <a:lnTo>
                    <a:pt x="272423" y="107283"/>
                  </a:lnTo>
                  <a:lnTo>
                    <a:pt x="270021" y="99306"/>
                  </a:lnTo>
                  <a:lnTo>
                    <a:pt x="260412" y="88764"/>
                  </a:lnTo>
                  <a:lnTo>
                    <a:pt x="253415" y="86129"/>
                  </a:lnTo>
                  <a:lnTo>
                    <a:pt x="304524" y="86129"/>
                  </a:lnTo>
                  <a:lnTo>
                    <a:pt x="306217" y="89995"/>
                  </a:lnTo>
                  <a:lnTo>
                    <a:pt x="309103" y="102418"/>
                  </a:lnTo>
                  <a:lnTo>
                    <a:pt x="310065" y="116285"/>
                  </a:lnTo>
                  <a:lnTo>
                    <a:pt x="310065" y="162393"/>
                  </a:lnTo>
                  <a:lnTo>
                    <a:pt x="309103" y="176382"/>
                  </a:lnTo>
                  <a:lnTo>
                    <a:pt x="306217" y="188893"/>
                  </a:lnTo>
                  <a:lnTo>
                    <a:pt x="304501" y="192829"/>
                  </a:lnTo>
                  <a:close/>
                </a:path>
                <a:path w="653415" h="276225">
                  <a:moveTo>
                    <a:pt x="213246" y="210121"/>
                  </a:moveTo>
                  <a:lnTo>
                    <a:pt x="210257" y="204846"/>
                  </a:lnTo>
                  <a:lnTo>
                    <a:pt x="208604" y="197495"/>
                  </a:lnTo>
                  <a:lnTo>
                    <a:pt x="208807" y="192829"/>
                  </a:lnTo>
                  <a:lnTo>
                    <a:pt x="208926" y="190100"/>
                  </a:lnTo>
                  <a:lnTo>
                    <a:pt x="208963" y="189261"/>
                  </a:lnTo>
                  <a:lnTo>
                    <a:pt x="209872" y="189121"/>
                  </a:lnTo>
                  <a:lnTo>
                    <a:pt x="213143" y="209481"/>
                  </a:lnTo>
                  <a:lnTo>
                    <a:pt x="213246" y="210121"/>
                  </a:lnTo>
                  <a:close/>
                </a:path>
                <a:path w="653415" h="276225">
                  <a:moveTo>
                    <a:pt x="252832" y="227113"/>
                  </a:moveTo>
                  <a:lnTo>
                    <a:pt x="213922" y="211313"/>
                  </a:lnTo>
                  <a:lnTo>
                    <a:pt x="209872" y="189121"/>
                  </a:lnTo>
                  <a:lnTo>
                    <a:pt x="227306" y="189121"/>
                  </a:lnTo>
                  <a:lnTo>
                    <a:pt x="228227" y="190100"/>
                  </a:lnTo>
                  <a:lnTo>
                    <a:pt x="235270" y="192829"/>
                  </a:lnTo>
                  <a:lnTo>
                    <a:pt x="304501" y="192829"/>
                  </a:lnTo>
                  <a:lnTo>
                    <a:pt x="301407" y="199926"/>
                  </a:lnTo>
                  <a:lnTo>
                    <a:pt x="294672" y="209481"/>
                  </a:lnTo>
                  <a:lnTo>
                    <a:pt x="286311" y="217195"/>
                  </a:lnTo>
                  <a:lnTo>
                    <a:pt x="276551" y="222705"/>
                  </a:lnTo>
                  <a:lnTo>
                    <a:pt x="265391" y="226011"/>
                  </a:lnTo>
                  <a:lnTo>
                    <a:pt x="252832" y="227113"/>
                  </a:lnTo>
                  <a:close/>
                </a:path>
                <a:path w="653415" h="276225">
                  <a:moveTo>
                    <a:pt x="387000" y="108169"/>
                  </a:moveTo>
                  <a:lnTo>
                    <a:pt x="349218" y="108169"/>
                  </a:lnTo>
                  <a:lnTo>
                    <a:pt x="352004" y="94508"/>
                  </a:lnTo>
                  <a:lnTo>
                    <a:pt x="380738" y="59642"/>
                  </a:lnTo>
                  <a:lnTo>
                    <a:pt x="415897" y="52125"/>
                  </a:lnTo>
                  <a:lnTo>
                    <a:pt x="430026" y="53096"/>
                  </a:lnTo>
                  <a:lnTo>
                    <a:pt x="471381" y="76128"/>
                  </a:lnTo>
                  <a:lnTo>
                    <a:pt x="477181" y="86689"/>
                  </a:lnTo>
                  <a:lnTo>
                    <a:pt x="407361" y="86689"/>
                  </a:lnTo>
                  <a:lnTo>
                    <a:pt x="400807" y="88205"/>
                  </a:lnTo>
                  <a:lnTo>
                    <a:pt x="391152" y="94269"/>
                  </a:lnTo>
                  <a:lnTo>
                    <a:pt x="388166" y="99913"/>
                  </a:lnTo>
                  <a:lnTo>
                    <a:pt x="387000" y="108169"/>
                  </a:lnTo>
                  <a:close/>
                </a:path>
                <a:path w="653415" h="276225">
                  <a:moveTo>
                    <a:pt x="400714" y="227113"/>
                  </a:moveTo>
                  <a:lnTo>
                    <a:pt x="358174" y="212910"/>
                  </a:lnTo>
                  <a:lnTo>
                    <a:pt x="342011" y="174428"/>
                  </a:lnTo>
                  <a:lnTo>
                    <a:pt x="343013" y="162468"/>
                  </a:lnTo>
                  <a:lnTo>
                    <a:pt x="366727" y="128249"/>
                  </a:lnTo>
                  <a:lnTo>
                    <a:pt x="400994" y="120063"/>
                  </a:lnTo>
                  <a:lnTo>
                    <a:pt x="443744" y="120063"/>
                  </a:lnTo>
                  <a:lnTo>
                    <a:pt x="443744" y="103085"/>
                  </a:lnTo>
                  <a:lnTo>
                    <a:pt x="441404" y="97293"/>
                  </a:lnTo>
                  <a:lnTo>
                    <a:pt x="441341" y="97137"/>
                  </a:lnTo>
                  <a:lnTo>
                    <a:pt x="436537" y="92986"/>
                  </a:lnTo>
                  <a:lnTo>
                    <a:pt x="431779" y="88788"/>
                  </a:lnTo>
                  <a:lnTo>
                    <a:pt x="424806" y="86689"/>
                  </a:lnTo>
                  <a:lnTo>
                    <a:pt x="477181" y="86689"/>
                  </a:lnTo>
                  <a:lnTo>
                    <a:pt x="480290" y="97137"/>
                  </a:lnTo>
                  <a:lnTo>
                    <a:pt x="480337" y="97293"/>
                  </a:lnTo>
                  <a:lnTo>
                    <a:pt x="481456" y="109988"/>
                  </a:lnTo>
                  <a:lnTo>
                    <a:pt x="481456" y="151758"/>
                  </a:lnTo>
                  <a:lnTo>
                    <a:pt x="394557" y="151758"/>
                  </a:lnTo>
                  <a:lnTo>
                    <a:pt x="389169" y="153577"/>
                  </a:lnTo>
                  <a:lnTo>
                    <a:pt x="381613" y="160854"/>
                  </a:lnTo>
                  <a:lnTo>
                    <a:pt x="379724" y="166032"/>
                  </a:lnTo>
                  <a:lnTo>
                    <a:pt x="379724" y="179652"/>
                  </a:lnTo>
                  <a:lnTo>
                    <a:pt x="382056" y="185063"/>
                  </a:lnTo>
                  <a:lnTo>
                    <a:pt x="391385" y="192899"/>
                  </a:lnTo>
                  <a:lnTo>
                    <a:pt x="398055" y="194858"/>
                  </a:lnTo>
                  <a:lnTo>
                    <a:pt x="448983" y="194858"/>
                  </a:lnTo>
                  <a:lnTo>
                    <a:pt x="446744" y="209133"/>
                  </a:lnTo>
                  <a:lnTo>
                    <a:pt x="411493" y="226470"/>
                  </a:lnTo>
                  <a:lnTo>
                    <a:pt x="400714" y="227113"/>
                  </a:lnTo>
                  <a:close/>
                </a:path>
                <a:path w="653415" h="276225">
                  <a:moveTo>
                    <a:pt x="448983" y="194858"/>
                  </a:moveTo>
                  <a:lnTo>
                    <a:pt x="406731" y="194858"/>
                  </a:lnTo>
                  <a:lnTo>
                    <a:pt x="414764" y="194386"/>
                  </a:lnTo>
                  <a:lnTo>
                    <a:pt x="422285" y="192899"/>
                  </a:lnTo>
                  <a:lnTo>
                    <a:pt x="422118" y="192899"/>
                  </a:lnTo>
                  <a:lnTo>
                    <a:pt x="428233" y="190608"/>
                  </a:lnTo>
                  <a:lnTo>
                    <a:pt x="433668" y="187302"/>
                  </a:lnTo>
                  <a:lnTo>
                    <a:pt x="440385" y="182264"/>
                  </a:lnTo>
                  <a:lnTo>
                    <a:pt x="443744" y="175874"/>
                  </a:lnTo>
                  <a:lnTo>
                    <a:pt x="443744" y="151758"/>
                  </a:lnTo>
                  <a:lnTo>
                    <a:pt x="481456" y="151758"/>
                  </a:lnTo>
                  <a:lnTo>
                    <a:pt x="481456" y="188561"/>
                  </a:lnTo>
                  <a:lnTo>
                    <a:pt x="449971" y="188561"/>
                  </a:lnTo>
                  <a:lnTo>
                    <a:pt x="449057" y="194386"/>
                  </a:lnTo>
                  <a:lnTo>
                    <a:pt x="448983" y="194858"/>
                  </a:lnTo>
                  <a:close/>
                </a:path>
                <a:path w="653415" h="276225">
                  <a:moveTo>
                    <a:pt x="446744" y="209133"/>
                  </a:moveTo>
                  <a:lnTo>
                    <a:pt x="449971" y="188561"/>
                  </a:lnTo>
                  <a:lnTo>
                    <a:pt x="450321" y="188561"/>
                  </a:lnTo>
                  <a:lnTo>
                    <a:pt x="451111" y="196152"/>
                  </a:lnTo>
                  <a:lnTo>
                    <a:pt x="451204" y="197044"/>
                  </a:lnTo>
                  <a:lnTo>
                    <a:pt x="449586" y="204583"/>
                  </a:lnTo>
                  <a:lnTo>
                    <a:pt x="446744" y="209133"/>
                  </a:lnTo>
                  <a:close/>
                </a:path>
                <a:path w="653415" h="276225">
                  <a:moveTo>
                    <a:pt x="481456" y="224244"/>
                  </a:moveTo>
                  <a:lnTo>
                    <a:pt x="444373" y="224244"/>
                  </a:lnTo>
                  <a:lnTo>
                    <a:pt x="446744" y="209133"/>
                  </a:lnTo>
                  <a:lnTo>
                    <a:pt x="449586" y="204583"/>
                  </a:lnTo>
                  <a:lnTo>
                    <a:pt x="451204" y="197044"/>
                  </a:lnTo>
                  <a:lnTo>
                    <a:pt x="450321" y="188561"/>
                  </a:lnTo>
                  <a:lnTo>
                    <a:pt x="481456" y="188561"/>
                  </a:lnTo>
                  <a:lnTo>
                    <a:pt x="481456" y="224244"/>
                  </a:lnTo>
                  <a:close/>
                </a:path>
                <a:path w="653415" h="276225">
                  <a:moveTo>
                    <a:pt x="570166" y="90327"/>
                  </a:moveTo>
                  <a:lnTo>
                    <a:pt x="553784" y="90327"/>
                  </a:lnTo>
                  <a:lnTo>
                    <a:pt x="557347" y="67613"/>
                  </a:lnTo>
                  <a:lnTo>
                    <a:pt x="595614" y="51845"/>
                  </a:lnTo>
                  <a:lnTo>
                    <a:pt x="608107" y="52882"/>
                  </a:lnTo>
                  <a:lnTo>
                    <a:pt x="644551" y="77357"/>
                  </a:lnTo>
                  <a:lnTo>
                    <a:pt x="648483" y="85569"/>
                  </a:lnTo>
                  <a:lnTo>
                    <a:pt x="579031" y="85569"/>
                  </a:lnTo>
                  <a:lnTo>
                    <a:pt x="571965" y="88345"/>
                  </a:lnTo>
                  <a:lnTo>
                    <a:pt x="570166" y="90327"/>
                  </a:lnTo>
                  <a:close/>
                </a:path>
                <a:path w="653415" h="276225">
                  <a:moveTo>
                    <a:pt x="559371" y="224244"/>
                  </a:moveTo>
                  <a:lnTo>
                    <a:pt x="521728" y="224244"/>
                  </a:lnTo>
                  <a:lnTo>
                    <a:pt x="521728" y="54714"/>
                  </a:lnTo>
                  <a:lnTo>
                    <a:pt x="559371" y="54714"/>
                  </a:lnTo>
                  <a:lnTo>
                    <a:pt x="557414" y="67191"/>
                  </a:lnTo>
                  <a:lnTo>
                    <a:pt x="557347" y="67613"/>
                  </a:lnTo>
                  <a:lnTo>
                    <a:pt x="554123" y="73972"/>
                  </a:lnTo>
                  <a:lnTo>
                    <a:pt x="552776" y="81621"/>
                  </a:lnTo>
                  <a:lnTo>
                    <a:pt x="553423" y="90327"/>
                  </a:lnTo>
                  <a:lnTo>
                    <a:pt x="570166" y="90327"/>
                  </a:lnTo>
                  <a:lnTo>
                    <a:pt x="561890" y="99446"/>
                  </a:lnTo>
                  <a:lnTo>
                    <a:pt x="559371" y="107469"/>
                  </a:lnTo>
                  <a:lnTo>
                    <a:pt x="559371" y="224244"/>
                  </a:lnTo>
                  <a:close/>
                </a:path>
                <a:path w="653415" h="276225">
                  <a:moveTo>
                    <a:pt x="553784" y="90327"/>
                  </a:moveTo>
                  <a:lnTo>
                    <a:pt x="553423" y="90327"/>
                  </a:lnTo>
                  <a:lnTo>
                    <a:pt x="552776" y="81621"/>
                  </a:lnTo>
                  <a:lnTo>
                    <a:pt x="554123" y="73972"/>
                  </a:lnTo>
                  <a:lnTo>
                    <a:pt x="557347" y="67613"/>
                  </a:lnTo>
                  <a:lnTo>
                    <a:pt x="553784" y="90327"/>
                  </a:lnTo>
                  <a:close/>
                </a:path>
                <a:path w="653415" h="276225">
                  <a:moveTo>
                    <a:pt x="653407" y="224244"/>
                  </a:moveTo>
                  <a:lnTo>
                    <a:pt x="615694" y="224244"/>
                  </a:lnTo>
                  <a:lnTo>
                    <a:pt x="615694" y="105627"/>
                  </a:lnTo>
                  <a:lnTo>
                    <a:pt x="613245" y="98350"/>
                  </a:lnTo>
                  <a:lnTo>
                    <a:pt x="608348" y="93266"/>
                  </a:lnTo>
                  <a:lnTo>
                    <a:pt x="603497" y="88135"/>
                  </a:lnTo>
                  <a:lnTo>
                    <a:pt x="596756" y="85569"/>
                  </a:lnTo>
                  <a:lnTo>
                    <a:pt x="648483" y="85569"/>
                  </a:lnTo>
                  <a:lnTo>
                    <a:pt x="649471" y="87633"/>
                  </a:lnTo>
                  <a:lnTo>
                    <a:pt x="652423" y="99257"/>
                  </a:lnTo>
                  <a:lnTo>
                    <a:pt x="653407" y="112227"/>
                  </a:lnTo>
                  <a:lnTo>
                    <a:pt x="653407" y="224244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75522" y="4769601"/>
            <a:ext cx="941705" cy="429895"/>
            <a:chOff x="675522" y="4769601"/>
            <a:chExt cx="941705" cy="429895"/>
          </a:xfrm>
        </p:grpSpPr>
        <p:sp>
          <p:nvSpPr>
            <p:cNvPr id="17" name="object 17"/>
            <p:cNvSpPr/>
            <p:nvPr/>
          </p:nvSpPr>
          <p:spPr>
            <a:xfrm>
              <a:off x="675522" y="4769601"/>
              <a:ext cx="941705" cy="429895"/>
            </a:xfrm>
            <a:custGeom>
              <a:avLst/>
              <a:gdLst/>
              <a:ahLst/>
              <a:cxnLst/>
              <a:rect l="l" t="t" r="r" b="b"/>
              <a:pathLst>
                <a:path w="941705" h="429895">
                  <a:moveTo>
                    <a:pt x="865132" y="429877"/>
                  </a:moveTo>
                  <a:lnTo>
                    <a:pt x="76505" y="429877"/>
                  </a:lnTo>
                  <a:lnTo>
                    <a:pt x="71180" y="429353"/>
                  </a:lnTo>
                  <a:lnTo>
                    <a:pt x="31920" y="413091"/>
                  </a:lnTo>
                  <a:lnTo>
                    <a:pt x="4175" y="374363"/>
                  </a:lnTo>
                  <a:lnTo>
                    <a:pt x="0" y="353373"/>
                  </a:lnTo>
                  <a:lnTo>
                    <a:pt x="0" y="347996"/>
                  </a:lnTo>
                  <a:lnTo>
                    <a:pt x="0" y="76505"/>
                  </a:lnTo>
                  <a:lnTo>
                    <a:pt x="16786" y="31919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865132" y="0"/>
                  </a:lnTo>
                  <a:lnTo>
                    <a:pt x="909717" y="16785"/>
                  </a:lnTo>
                  <a:lnTo>
                    <a:pt x="937462" y="55513"/>
                  </a:lnTo>
                  <a:lnTo>
                    <a:pt x="941637" y="76505"/>
                  </a:lnTo>
                  <a:lnTo>
                    <a:pt x="941637" y="353373"/>
                  </a:lnTo>
                  <a:lnTo>
                    <a:pt x="924851" y="397956"/>
                  </a:lnTo>
                  <a:lnTo>
                    <a:pt x="886123" y="425702"/>
                  </a:lnTo>
                  <a:lnTo>
                    <a:pt x="870457" y="429353"/>
                  </a:lnTo>
                  <a:lnTo>
                    <a:pt x="865132" y="429877"/>
                  </a:lnTo>
                  <a:close/>
                </a:path>
              </a:pathLst>
            </a:custGeom>
            <a:solidFill>
              <a:srgbClr val="EFEB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2206" y="4855281"/>
              <a:ext cx="830580" cy="224790"/>
            </a:xfrm>
            <a:custGeom>
              <a:avLst/>
              <a:gdLst/>
              <a:ahLst/>
              <a:cxnLst/>
              <a:rect l="l" t="t" r="r" b="b"/>
              <a:pathLst>
                <a:path w="830580" h="224789">
                  <a:moveTo>
                    <a:pt x="152318" y="35403"/>
                  </a:moveTo>
                  <a:lnTo>
                    <a:pt x="0" y="35403"/>
                  </a:lnTo>
                  <a:lnTo>
                    <a:pt x="0" y="0"/>
                  </a:lnTo>
                  <a:lnTo>
                    <a:pt x="152318" y="0"/>
                  </a:lnTo>
                  <a:lnTo>
                    <a:pt x="152318" y="35403"/>
                  </a:lnTo>
                  <a:close/>
                </a:path>
                <a:path w="830580" h="224789">
                  <a:moveTo>
                    <a:pt x="95015" y="221376"/>
                  </a:moveTo>
                  <a:lnTo>
                    <a:pt x="57303" y="221376"/>
                  </a:lnTo>
                  <a:lnTo>
                    <a:pt x="57303" y="35403"/>
                  </a:lnTo>
                  <a:lnTo>
                    <a:pt x="95015" y="35403"/>
                  </a:lnTo>
                  <a:lnTo>
                    <a:pt x="95015" y="221376"/>
                  </a:lnTo>
                  <a:close/>
                </a:path>
                <a:path w="830580" h="224789">
                  <a:moveTo>
                    <a:pt x="248144" y="224244"/>
                  </a:moveTo>
                  <a:lnTo>
                    <a:pt x="209286" y="214248"/>
                  </a:lnTo>
                  <a:lnTo>
                    <a:pt x="182524" y="172613"/>
                  </a:lnTo>
                  <a:lnTo>
                    <a:pt x="181396" y="158125"/>
                  </a:lnTo>
                  <a:lnTo>
                    <a:pt x="181417" y="114815"/>
                  </a:lnTo>
                  <a:lnTo>
                    <a:pt x="191564" y="76417"/>
                  </a:lnTo>
                  <a:lnTo>
                    <a:pt x="233635" y="50087"/>
                  </a:lnTo>
                  <a:lnTo>
                    <a:pt x="248144" y="48977"/>
                  </a:lnTo>
                  <a:lnTo>
                    <a:pt x="262619" y="50087"/>
                  </a:lnTo>
                  <a:lnTo>
                    <a:pt x="304630" y="76417"/>
                  </a:lnTo>
                  <a:lnTo>
                    <a:pt x="308362" y="83820"/>
                  </a:lnTo>
                  <a:lnTo>
                    <a:pt x="238582" y="83820"/>
                  </a:lnTo>
                  <a:lnTo>
                    <a:pt x="231352" y="86432"/>
                  </a:lnTo>
                  <a:lnTo>
                    <a:pt x="221557" y="96834"/>
                  </a:lnTo>
                  <a:lnTo>
                    <a:pt x="219108" y="104647"/>
                  </a:lnTo>
                  <a:lnTo>
                    <a:pt x="219108" y="168574"/>
                  </a:lnTo>
                  <a:lnTo>
                    <a:pt x="221557" y="176410"/>
                  </a:lnTo>
                  <a:lnTo>
                    <a:pt x="231352" y="186812"/>
                  </a:lnTo>
                  <a:lnTo>
                    <a:pt x="238582" y="189401"/>
                  </a:lnTo>
                  <a:lnTo>
                    <a:pt x="308335" y="189401"/>
                  </a:lnTo>
                  <a:lnTo>
                    <a:pt x="304630" y="196786"/>
                  </a:lnTo>
                  <a:lnTo>
                    <a:pt x="296702" y="206472"/>
                  </a:lnTo>
                  <a:lnTo>
                    <a:pt x="286897" y="214248"/>
                  </a:lnTo>
                  <a:lnTo>
                    <a:pt x="275536" y="219801"/>
                  </a:lnTo>
                  <a:lnTo>
                    <a:pt x="262619" y="223134"/>
                  </a:lnTo>
                  <a:lnTo>
                    <a:pt x="248144" y="224244"/>
                  </a:lnTo>
                  <a:close/>
                </a:path>
                <a:path w="830580" h="224789">
                  <a:moveTo>
                    <a:pt x="308335" y="189401"/>
                  </a:moveTo>
                  <a:lnTo>
                    <a:pt x="257660" y="189401"/>
                  </a:lnTo>
                  <a:lnTo>
                    <a:pt x="264866" y="186812"/>
                  </a:lnTo>
                  <a:lnTo>
                    <a:pt x="274708" y="176410"/>
                  </a:lnTo>
                  <a:lnTo>
                    <a:pt x="277181" y="168574"/>
                  </a:lnTo>
                  <a:lnTo>
                    <a:pt x="277181" y="104647"/>
                  </a:lnTo>
                  <a:lnTo>
                    <a:pt x="274708" y="96834"/>
                  </a:lnTo>
                  <a:lnTo>
                    <a:pt x="269764" y="91657"/>
                  </a:lnTo>
                  <a:lnTo>
                    <a:pt x="264866" y="86432"/>
                  </a:lnTo>
                  <a:lnTo>
                    <a:pt x="257660" y="83820"/>
                  </a:lnTo>
                  <a:lnTo>
                    <a:pt x="308362" y="83820"/>
                  </a:lnTo>
                  <a:lnTo>
                    <a:pt x="310293" y="87651"/>
                  </a:lnTo>
                  <a:lnTo>
                    <a:pt x="313690" y="100450"/>
                  </a:lnTo>
                  <a:lnTo>
                    <a:pt x="314823" y="114815"/>
                  </a:lnTo>
                  <a:lnTo>
                    <a:pt x="314823" y="158125"/>
                  </a:lnTo>
                  <a:lnTo>
                    <a:pt x="313690" y="172613"/>
                  </a:lnTo>
                  <a:lnTo>
                    <a:pt x="310293" y="185500"/>
                  </a:lnTo>
                  <a:lnTo>
                    <a:pt x="308335" y="189401"/>
                  </a:lnTo>
                  <a:close/>
                </a:path>
                <a:path w="830580" h="224789">
                  <a:moveTo>
                    <a:pt x="393088" y="221376"/>
                  </a:moveTo>
                  <a:lnTo>
                    <a:pt x="355375" y="221376"/>
                  </a:lnTo>
                  <a:lnTo>
                    <a:pt x="355375" y="279"/>
                  </a:lnTo>
                  <a:lnTo>
                    <a:pt x="393088" y="279"/>
                  </a:lnTo>
                  <a:lnTo>
                    <a:pt x="393088" y="116915"/>
                  </a:lnTo>
                  <a:lnTo>
                    <a:pt x="455525" y="116915"/>
                  </a:lnTo>
                  <a:lnTo>
                    <a:pt x="444164" y="133007"/>
                  </a:lnTo>
                  <a:lnTo>
                    <a:pt x="456001" y="151129"/>
                  </a:lnTo>
                  <a:lnTo>
                    <a:pt x="393088" y="151129"/>
                  </a:lnTo>
                  <a:lnTo>
                    <a:pt x="393088" y="221376"/>
                  </a:lnTo>
                  <a:close/>
                </a:path>
                <a:path w="830580" h="224789">
                  <a:moveTo>
                    <a:pt x="455525" y="116915"/>
                  </a:moveTo>
                  <a:lnTo>
                    <a:pt x="411559" y="116915"/>
                  </a:lnTo>
                  <a:lnTo>
                    <a:pt x="457387" y="51845"/>
                  </a:lnTo>
                  <a:lnTo>
                    <a:pt x="501467" y="51845"/>
                  </a:lnTo>
                  <a:lnTo>
                    <a:pt x="455525" y="116915"/>
                  </a:lnTo>
                  <a:close/>
                </a:path>
                <a:path w="830580" h="224789">
                  <a:moveTo>
                    <a:pt x="501886" y="221376"/>
                  </a:moveTo>
                  <a:lnTo>
                    <a:pt x="457527" y="221376"/>
                  </a:lnTo>
                  <a:lnTo>
                    <a:pt x="411699" y="151129"/>
                  </a:lnTo>
                  <a:lnTo>
                    <a:pt x="456001" y="151129"/>
                  </a:lnTo>
                  <a:lnTo>
                    <a:pt x="501886" y="221376"/>
                  </a:lnTo>
                  <a:close/>
                </a:path>
                <a:path w="830580" h="224789">
                  <a:moveTo>
                    <a:pt x="592045" y="224244"/>
                  </a:moveTo>
                  <a:lnTo>
                    <a:pt x="553371" y="214090"/>
                  </a:lnTo>
                  <a:lnTo>
                    <a:pt x="529933" y="185290"/>
                  </a:lnTo>
                  <a:lnTo>
                    <a:pt x="529845" y="185115"/>
                  </a:lnTo>
                  <a:lnTo>
                    <a:pt x="526486" y="172556"/>
                  </a:lnTo>
                  <a:lnTo>
                    <a:pt x="526434" y="172359"/>
                  </a:lnTo>
                  <a:lnTo>
                    <a:pt x="525297" y="158125"/>
                  </a:lnTo>
                  <a:lnTo>
                    <a:pt x="525297" y="115096"/>
                  </a:lnTo>
                  <a:lnTo>
                    <a:pt x="535529" y="76867"/>
                  </a:lnTo>
                  <a:lnTo>
                    <a:pt x="577650" y="50109"/>
                  </a:lnTo>
                  <a:lnTo>
                    <a:pt x="592045" y="48977"/>
                  </a:lnTo>
                  <a:lnTo>
                    <a:pt x="606406" y="50109"/>
                  </a:lnTo>
                  <a:lnTo>
                    <a:pt x="648452" y="76867"/>
                  </a:lnTo>
                  <a:lnTo>
                    <a:pt x="651232" y="82351"/>
                  </a:lnTo>
                  <a:lnTo>
                    <a:pt x="582157" y="82351"/>
                  </a:lnTo>
                  <a:lnTo>
                    <a:pt x="574740" y="85056"/>
                  </a:lnTo>
                  <a:lnTo>
                    <a:pt x="562449" y="115096"/>
                  </a:lnTo>
                  <a:lnTo>
                    <a:pt x="562449" y="117474"/>
                  </a:lnTo>
                  <a:lnTo>
                    <a:pt x="658724" y="117474"/>
                  </a:lnTo>
                  <a:lnTo>
                    <a:pt x="658724" y="148889"/>
                  </a:lnTo>
                  <a:lnTo>
                    <a:pt x="562449" y="148889"/>
                  </a:lnTo>
                  <a:lnTo>
                    <a:pt x="562449" y="158125"/>
                  </a:lnTo>
                  <a:lnTo>
                    <a:pt x="562908" y="165879"/>
                  </a:lnTo>
                  <a:lnTo>
                    <a:pt x="564245" y="172359"/>
                  </a:lnTo>
                  <a:lnTo>
                    <a:pt x="564286" y="172556"/>
                  </a:lnTo>
                  <a:lnTo>
                    <a:pt x="566582" y="178158"/>
                  </a:lnTo>
                  <a:lnTo>
                    <a:pt x="569796" y="182684"/>
                  </a:lnTo>
                  <a:lnTo>
                    <a:pt x="574694" y="187955"/>
                  </a:lnTo>
                  <a:lnTo>
                    <a:pt x="582110" y="190590"/>
                  </a:lnTo>
                  <a:lnTo>
                    <a:pt x="653100" y="190590"/>
                  </a:lnTo>
                  <a:lnTo>
                    <a:pt x="651570" y="194403"/>
                  </a:lnTo>
                  <a:lnTo>
                    <a:pt x="616674" y="221026"/>
                  </a:lnTo>
                  <a:lnTo>
                    <a:pt x="604902" y="223440"/>
                  </a:lnTo>
                  <a:lnTo>
                    <a:pt x="592045" y="224244"/>
                  </a:lnTo>
                  <a:close/>
                </a:path>
                <a:path w="830580" h="224789">
                  <a:moveTo>
                    <a:pt x="658724" y="117474"/>
                  </a:moveTo>
                  <a:lnTo>
                    <a:pt x="621641" y="117474"/>
                  </a:lnTo>
                  <a:lnTo>
                    <a:pt x="621641" y="115096"/>
                  </a:lnTo>
                  <a:lnTo>
                    <a:pt x="621178" y="107338"/>
                  </a:lnTo>
                  <a:lnTo>
                    <a:pt x="601934" y="82351"/>
                  </a:lnTo>
                  <a:lnTo>
                    <a:pt x="651232" y="82351"/>
                  </a:lnTo>
                  <a:lnTo>
                    <a:pt x="654159" y="88123"/>
                  </a:lnTo>
                  <a:lnTo>
                    <a:pt x="657524" y="100647"/>
                  </a:lnTo>
                  <a:lnTo>
                    <a:pt x="657583" y="100866"/>
                  </a:lnTo>
                  <a:lnTo>
                    <a:pt x="658724" y="115096"/>
                  </a:lnTo>
                  <a:lnTo>
                    <a:pt x="658724" y="117474"/>
                  </a:lnTo>
                  <a:close/>
                </a:path>
                <a:path w="830580" h="224789">
                  <a:moveTo>
                    <a:pt x="653100" y="190590"/>
                  </a:moveTo>
                  <a:lnTo>
                    <a:pt x="592045" y="190590"/>
                  </a:lnTo>
                  <a:lnTo>
                    <a:pt x="603332" y="189265"/>
                  </a:lnTo>
                  <a:lnTo>
                    <a:pt x="612003" y="185290"/>
                  </a:lnTo>
                  <a:lnTo>
                    <a:pt x="618060" y="178665"/>
                  </a:lnTo>
                  <a:lnTo>
                    <a:pt x="621502" y="169390"/>
                  </a:lnTo>
                  <a:lnTo>
                    <a:pt x="659004" y="169390"/>
                  </a:lnTo>
                  <a:lnTo>
                    <a:pt x="656229" y="182684"/>
                  </a:lnTo>
                  <a:lnTo>
                    <a:pt x="656183" y="182902"/>
                  </a:lnTo>
                  <a:lnTo>
                    <a:pt x="653100" y="190590"/>
                  </a:lnTo>
                  <a:close/>
                </a:path>
                <a:path w="830580" h="224789">
                  <a:moveTo>
                    <a:pt x="746874" y="87458"/>
                  </a:moveTo>
                  <a:lnTo>
                    <a:pt x="730493" y="87458"/>
                  </a:lnTo>
                  <a:lnTo>
                    <a:pt x="734056" y="64744"/>
                  </a:lnTo>
                  <a:lnTo>
                    <a:pt x="772322" y="48977"/>
                  </a:lnTo>
                  <a:lnTo>
                    <a:pt x="784816" y="50013"/>
                  </a:lnTo>
                  <a:lnTo>
                    <a:pt x="821260" y="74488"/>
                  </a:lnTo>
                  <a:lnTo>
                    <a:pt x="825191" y="82701"/>
                  </a:lnTo>
                  <a:lnTo>
                    <a:pt x="755740" y="82701"/>
                  </a:lnTo>
                  <a:lnTo>
                    <a:pt x="748673" y="85476"/>
                  </a:lnTo>
                  <a:lnTo>
                    <a:pt x="746874" y="87458"/>
                  </a:lnTo>
                  <a:close/>
                </a:path>
                <a:path w="830580" h="224789">
                  <a:moveTo>
                    <a:pt x="736079" y="221376"/>
                  </a:moveTo>
                  <a:lnTo>
                    <a:pt x="698437" y="221376"/>
                  </a:lnTo>
                  <a:lnTo>
                    <a:pt x="698437" y="51845"/>
                  </a:lnTo>
                  <a:lnTo>
                    <a:pt x="736079" y="51845"/>
                  </a:lnTo>
                  <a:lnTo>
                    <a:pt x="734122" y="64322"/>
                  </a:lnTo>
                  <a:lnTo>
                    <a:pt x="734056" y="64744"/>
                  </a:lnTo>
                  <a:lnTo>
                    <a:pt x="730831" y="71104"/>
                  </a:lnTo>
                  <a:lnTo>
                    <a:pt x="729485" y="78752"/>
                  </a:lnTo>
                  <a:lnTo>
                    <a:pt x="730132" y="87458"/>
                  </a:lnTo>
                  <a:lnTo>
                    <a:pt x="746874" y="87458"/>
                  </a:lnTo>
                  <a:lnTo>
                    <a:pt x="738598" y="96578"/>
                  </a:lnTo>
                  <a:lnTo>
                    <a:pt x="736079" y="104600"/>
                  </a:lnTo>
                  <a:lnTo>
                    <a:pt x="736079" y="221376"/>
                  </a:lnTo>
                  <a:close/>
                </a:path>
                <a:path w="830580" h="224789">
                  <a:moveTo>
                    <a:pt x="730493" y="87458"/>
                  </a:moveTo>
                  <a:lnTo>
                    <a:pt x="730132" y="87458"/>
                  </a:lnTo>
                  <a:lnTo>
                    <a:pt x="729485" y="78752"/>
                  </a:lnTo>
                  <a:lnTo>
                    <a:pt x="730831" y="71104"/>
                  </a:lnTo>
                  <a:lnTo>
                    <a:pt x="734056" y="64744"/>
                  </a:lnTo>
                  <a:lnTo>
                    <a:pt x="730493" y="87458"/>
                  </a:lnTo>
                  <a:close/>
                </a:path>
                <a:path w="830580" h="224789">
                  <a:moveTo>
                    <a:pt x="830115" y="221376"/>
                  </a:moveTo>
                  <a:lnTo>
                    <a:pt x="792403" y="221376"/>
                  </a:lnTo>
                  <a:lnTo>
                    <a:pt x="792403" y="102758"/>
                  </a:lnTo>
                  <a:lnTo>
                    <a:pt x="789954" y="95481"/>
                  </a:lnTo>
                  <a:lnTo>
                    <a:pt x="785056" y="90397"/>
                  </a:lnTo>
                  <a:lnTo>
                    <a:pt x="780205" y="85266"/>
                  </a:lnTo>
                  <a:lnTo>
                    <a:pt x="773465" y="82701"/>
                  </a:lnTo>
                  <a:lnTo>
                    <a:pt x="825191" y="82701"/>
                  </a:lnTo>
                  <a:lnTo>
                    <a:pt x="826179" y="84765"/>
                  </a:lnTo>
                  <a:lnTo>
                    <a:pt x="829131" y="96388"/>
                  </a:lnTo>
                  <a:lnTo>
                    <a:pt x="830115" y="109358"/>
                  </a:lnTo>
                  <a:lnTo>
                    <a:pt x="830115" y="221376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55749" y="1207753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4">
                <a:moveTo>
                  <a:pt x="865133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3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3"/>
                </a:lnTo>
                <a:lnTo>
                  <a:pt x="924851" y="397957"/>
                </a:lnTo>
                <a:lnTo>
                  <a:pt x="886123" y="425702"/>
                </a:lnTo>
                <a:lnTo>
                  <a:pt x="870457" y="429353"/>
                </a:lnTo>
                <a:lnTo>
                  <a:pt x="865133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8589" y="-98674"/>
            <a:ext cx="13705840" cy="218313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240" dirty="0"/>
              <a:t>Pipeline</a:t>
            </a:r>
            <a:r>
              <a:rPr spc="-114" dirty="0"/>
              <a:t> components</a:t>
            </a:r>
          </a:p>
          <a:p>
            <a:pPr marL="381000" marR="5080">
              <a:lnSpc>
                <a:spcPct val="126400"/>
              </a:lnSpc>
              <a:spcBef>
                <a:spcPts val="900"/>
              </a:spcBef>
              <a:tabLst>
                <a:tab pos="1118870" algn="l"/>
              </a:tabLst>
            </a:pPr>
            <a:r>
              <a:rPr sz="2550" b="0" spc="-25" dirty="0">
                <a:latin typeface="Tahoma"/>
                <a:cs typeface="Tahoma"/>
              </a:rPr>
              <a:t>The</a:t>
            </a:r>
            <a:r>
              <a:rPr sz="2550" b="0" dirty="0">
                <a:latin typeface="Tahoma"/>
                <a:cs typeface="Tahoma"/>
              </a:rPr>
              <a:t>	</a:t>
            </a:r>
            <a:r>
              <a:rPr sz="2250" b="0" dirty="0">
                <a:latin typeface="Courier New"/>
                <a:cs typeface="Courier New"/>
              </a:rPr>
              <a:t>spaCy</a:t>
            </a:r>
            <a:r>
              <a:rPr sz="2250" b="0" spc="390" dirty="0">
                <a:latin typeface="Courier New"/>
                <a:cs typeface="Courier New"/>
              </a:rPr>
              <a:t> </a:t>
            </a:r>
            <a:r>
              <a:rPr sz="2550" b="0" spc="130" dirty="0">
                <a:latin typeface="Tahoma"/>
                <a:cs typeface="Tahoma"/>
              </a:rPr>
              <a:t>language</a:t>
            </a:r>
            <a:r>
              <a:rPr sz="2550" b="0" spc="-45" dirty="0">
                <a:latin typeface="Tahoma"/>
                <a:cs typeface="Tahoma"/>
              </a:rPr>
              <a:t> </a:t>
            </a:r>
            <a:r>
              <a:rPr sz="2550" b="0" spc="100" dirty="0">
                <a:latin typeface="Tahoma"/>
                <a:cs typeface="Tahoma"/>
              </a:rPr>
              <a:t>processing</a:t>
            </a:r>
            <a:r>
              <a:rPr sz="2550" b="0" spc="-40" dirty="0">
                <a:latin typeface="Tahoma"/>
                <a:cs typeface="Tahoma"/>
              </a:rPr>
              <a:t> </a:t>
            </a:r>
            <a:r>
              <a:rPr sz="2550" b="0" spc="100" dirty="0">
                <a:latin typeface="Tahoma"/>
                <a:cs typeface="Tahoma"/>
              </a:rPr>
              <a:t>pipeline</a:t>
            </a:r>
            <a:r>
              <a:rPr sz="2550" b="0" spc="-40" dirty="0">
                <a:latin typeface="Tahoma"/>
                <a:cs typeface="Tahoma"/>
              </a:rPr>
              <a:t> </a:t>
            </a:r>
            <a:r>
              <a:rPr sz="2550" b="0" spc="140" dirty="0">
                <a:latin typeface="Tahoma"/>
                <a:cs typeface="Tahoma"/>
              </a:rPr>
              <a:t>always</a:t>
            </a:r>
            <a:r>
              <a:rPr sz="2550" b="0" spc="-40" dirty="0">
                <a:latin typeface="Tahoma"/>
                <a:cs typeface="Tahoma"/>
              </a:rPr>
              <a:t> </a:t>
            </a:r>
            <a:r>
              <a:rPr sz="2550" b="0" spc="120" dirty="0">
                <a:latin typeface="Tahoma"/>
                <a:cs typeface="Tahoma"/>
              </a:rPr>
              <a:t>depends</a:t>
            </a:r>
            <a:r>
              <a:rPr sz="2550" b="0" spc="-40" dirty="0">
                <a:latin typeface="Tahoma"/>
                <a:cs typeface="Tahoma"/>
              </a:rPr>
              <a:t> </a:t>
            </a:r>
            <a:r>
              <a:rPr sz="2550" b="0" spc="75" dirty="0">
                <a:latin typeface="Tahoma"/>
                <a:cs typeface="Tahoma"/>
              </a:rPr>
              <a:t>on</a:t>
            </a:r>
            <a:r>
              <a:rPr sz="2550" b="0" spc="-40" dirty="0">
                <a:latin typeface="Tahoma"/>
                <a:cs typeface="Tahoma"/>
              </a:rPr>
              <a:t> </a:t>
            </a:r>
            <a:r>
              <a:rPr sz="2550" b="0" spc="95" dirty="0">
                <a:latin typeface="Tahoma"/>
                <a:cs typeface="Tahoma"/>
              </a:rPr>
              <a:t>the</a:t>
            </a:r>
            <a:r>
              <a:rPr sz="2550" b="0" spc="-40" dirty="0">
                <a:latin typeface="Tahoma"/>
                <a:cs typeface="Tahoma"/>
              </a:rPr>
              <a:t> </a:t>
            </a:r>
            <a:r>
              <a:rPr sz="2550" b="0" spc="135" dirty="0">
                <a:latin typeface="Tahoma"/>
                <a:cs typeface="Tahoma"/>
              </a:rPr>
              <a:t>loaded</a:t>
            </a:r>
            <a:r>
              <a:rPr sz="2550" b="0" spc="-40" dirty="0">
                <a:latin typeface="Tahoma"/>
                <a:cs typeface="Tahoma"/>
              </a:rPr>
              <a:t> </a:t>
            </a:r>
            <a:r>
              <a:rPr sz="2550" b="0" spc="114" dirty="0">
                <a:latin typeface="Tahoma"/>
                <a:cs typeface="Tahoma"/>
              </a:rPr>
              <a:t>model</a:t>
            </a:r>
            <a:r>
              <a:rPr sz="2550" b="0" spc="-40" dirty="0">
                <a:latin typeface="Tahoma"/>
                <a:cs typeface="Tahoma"/>
              </a:rPr>
              <a:t> </a:t>
            </a:r>
            <a:r>
              <a:rPr sz="2550" b="0" spc="150" dirty="0">
                <a:latin typeface="Tahoma"/>
                <a:cs typeface="Tahoma"/>
              </a:rPr>
              <a:t>and</a:t>
            </a:r>
            <a:r>
              <a:rPr sz="2550" b="0" spc="-40" dirty="0">
                <a:latin typeface="Tahoma"/>
                <a:cs typeface="Tahoma"/>
              </a:rPr>
              <a:t> </a:t>
            </a:r>
            <a:r>
              <a:rPr sz="2550" b="0" spc="40" dirty="0">
                <a:latin typeface="Tahoma"/>
                <a:cs typeface="Tahoma"/>
              </a:rPr>
              <a:t>its </a:t>
            </a:r>
            <a:r>
              <a:rPr sz="2550" b="0" spc="95" dirty="0">
                <a:latin typeface="Tahoma"/>
                <a:cs typeface="Tahoma"/>
              </a:rPr>
              <a:t>capabilities.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279185" y="3868904"/>
            <a:ext cx="593725" cy="429895"/>
          </a:xfrm>
          <a:custGeom>
            <a:avLst/>
            <a:gdLst/>
            <a:ahLst/>
            <a:cxnLst/>
            <a:rect l="l" t="t" r="r" b="b"/>
            <a:pathLst>
              <a:path w="593725" h="429895">
                <a:moveTo>
                  <a:pt x="517137" y="429878"/>
                </a:moveTo>
                <a:lnTo>
                  <a:pt x="76506" y="429878"/>
                </a:lnTo>
                <a:lnTo>
                  <a:pt x="71181" y="429353"/>
                </a:lnTo>
                <a:lnTo>
                  <a:pt x="31921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1" y="347996"/>
                </a:lnTo>
                <a:lnTo>
                  <a:pt x="0" y="76505"/>
                </a:lnTo>
                <a:lnTo>
                  <a:pt x="16787" y="31920"/>
                </a:lnTo>
                <a:lnTo>
                  <a:pt x="55513" y="4175"/>
                </a:lnTo>
                <a:lnTo>
                  <a:pt x="76506" y="0"/>
                </a:lnTo>
                <a:lnTo>
                  <a:pt x="517137" y="0"/>
                </a:lnTo>
                <a:lnTo>
                  <a:pt x="561721" y="16786"/>
                </a:lnTo>
                <a:lnTo>
                  <a:pt x="589467" y="55513"/>
                </a:lnTo>
                <a:lnTo>
                  <a:pt x="593642" y="76505"/>
                </a:lnTo>
                <a:lnTo>
                  <a:pt x="593642" y="353372"/>
                </a:lnTo>
                <a:lnTo>
                  <a:pt x="576855" y="397957"/>
                </a:lnTo>
                <a:lnTo>
                  <a:pt x="538127" y="425702"/>
                </a:lnTo>
                <a:lnTo>
                  <a:pt x="522461" y="429353"/>
                </a:lnTo>
                <a:lnTo>
                  <a:pt x="517137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91289" y="3131970"/>
          <a:ext cx="12650470" cy="3068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17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Component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96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2550" spc="-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Tokenizer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2550" spc="-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Tokenizer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915"/>
                        </a:spcBef>
                        <a:tabLst>
                          <a:tab pos="5882005" algn="l"/>
                        </a:tabLst>
                      </a:pPr>
                      <a:r>
                        <a:rPr sz="2550" spc="9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Segment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text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into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tokens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create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sz="225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Doc</a:t>
                      </a:r>
                      <a:r>
                        <a:rPr sz="2250" spc="355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50" spc="10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object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Tagger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Tagger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Assign</a:t>
                      </a:r>
                      <a:r>
                        <a:rPr sz="2550" spc="-2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part-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of-</a:t>
                      </a:r>
                      <a:r>
                        <a:rPr sz="2550" spc="1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speech</a:t>
                      </a:r>
                      <a:r>
                        <a:rPr sz="2550" spc="-1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0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tags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Lemmatizer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Lemmatizer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Reduce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words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their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root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forms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EntityRecognizer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NER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Detect</a:t>
                      </a:r>
                      <a:r>
                        <a:rPr sz="2550" spc="-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2550" spc="-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label</a:t>
                      </a:r>
                      <a:r>
                        <a:rPr sz="2550" spc="-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named</a:t>
                      </a:r>
                      <a:r>
                        <a:rPr sz="2550" spc="-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entities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40" dirty="0"/>
              <a:t>Pipeline</a:t>
            </a:r>
            <a:r>
              <a:rPr spc="-114" dirty="0"/>
              <a:t> </a:t>
            </a:r>
            <a:r>
              <a:rPr spc="-200" dirty="0"/>
              <a:t>components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2650915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3305968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961021"/>
            <a:ext cx="122822" cy="1228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7056" y="1895140"/>
            <a:ext cx="8127365" cy="231838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Each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component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has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unique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features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process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Tahoma"/>
                <a:cs typeface="Tahoma"/>
              </a:rPr>
              <a:t>text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810"/>
              </a:spcBef>
            </a:pP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Language</a:t>
            </a:r>
            <a:endParaRPr sz="2550">
              <a:latin typeface="Tahoma"/>
              <a:cs typeface="Tahoma"/>
            </a:endParaRPr>
          </a:p>
          <a:p>
            <a:pPr marL="381000" marR="4787265">
              <a:lnSpc>
                <a:spcPts val="5160"/>
              </a:lnSpc>
              <a:spcBef>
                <a:spcPts val="320"/>
              </a:spcBef>
            </a:pPr>
            <a:r>
              <a:rPr sz="2550" b="1" spc="-55" dirty="0">
                <a:solidFill>
                  <a:srgbClr val="04182D"/>
                </a:solidFill>
                <a:latin typeface="Tahoma"/>
                <a:cs typeface="Tahoma"/>
              </a:rPr>
              <a:t>DependencyParser 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Sentencizer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670" dirty="0"/>
              <a:t>T</a:t>
            </a:r>
            <a:r>
              <a:rPr spc="-285" dirty="0"/>
              <a:t>o</a:t>
            </a:r>
            <a:r>
              <a:rPr spc="-395" dirty="0"/>
              <a:t>k</a:t>
            </a:r>
            <a:r>
              <a:rPr spc="-280" dirty="0"/>
              <a:t>e</a:t>
            </a:r>
            <a:r>
              <a:rPr spc="-240" dirty="0"/>
              <a:t>n</a:t>
            </a:r>
            <a:r>
              <a:rPr spc="-245" dirty="0"/>
              <a:t>i</a:t>
            </a:r>
            <a:r>
              <a:rPr spc="-320" dirty="0"/>
              <a:t>z</a:t>
            </a:r>
            <a:r>
              <a:rPr spc="-229" dirty="0"/>
              <a:t>a</a:t>
            </a:r>
            <a:r>
              <a:rPr spc="-245" dirty="0"/>
              <a:t>t</a:t>
            </a:r>
            <a:r>
              <a:rPr spc="-285" dirty="0"/>
              <a:t>io</a:t>
            </a:r>
            <a:r>
              <a:rPr spc="-145" dirty="0"/>
              <a:t>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3131958"/>
            <a:ext cx="14575155" cy="2784475"/>
            <a:chOff x="491289" y="3131958"/>
            <a:chExt cx="14575155" cy="2784475"/>
          </a:xfrm>
        </p:grpSpPr>
        <p:sp>
          <p:nvSpPr>
            <p:cNvPr id="4" name="object 4"/>
            <p:cNvSpPr/>
            <p:nvPr/>
          </p:nvSpPr>
          <p:spPr>
            <a:xfrm>
              <a:off x="491289" y="3131958"/>
              <a:ext cx="14575155" cy="2784475"/>
            </a:xfrm>
            <a:custGeom>
              <a:avLst/>
              <a:gdLst/>
              <a:ahLst/>
              <a:cxnLst/>
              <a:rect l="l" t="t" r="r" b="b"/>
              <a:pathLst>
                <a:path w="14575155" h="2784475">
                  <a:moveTo>
                    <a:pt x="14498413" y="2783972"/>
                  </a:moveTo>
                  <a:lnTo>
                    <a:pt x="76505" y="2783972"/>
                  </a:lnTo>
                  <a:lnTo>
                    <a:pt x="71180" y="2783448"/>
                  </a:lnTo>
                  <a:lnTo>
                    <a:pt x="31920" y="2767186"/>
                  </a:lnTo>
                  <a:lnTo>
                    <a:pt x="4175" y="2728458"/>
                  </a:lnTo>
                  <a:lnTo>
                    <a:pt x="0" y="2707467"/>
                  </a:lnTo>
                  <a:lnTo>
                    <a:pt x="0" y="2702091"/>
                  </a:lnTo>
                  <a:lnTo>
                    <a:pt x="0" y="76505"/>
                  </a:lnTo>
                  <a:lnTo>
                    <a:pt x="16786" y="31919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2707467"/>
                  </a:lnTo>
                  <a:lnTo>
                    <a:pt x="14558132" y="2752052"/>
                  </a:lnTo>
                  <a:lnTo>
                    <a:pt x="14519404" y="2779797"/>
                  </a:lnTo>
                  <a:lnTo>
                    <a:pt x="14503737" y="2783448"/>
                  </a:lnTo>
                  <a:lnTo>
                    <a:pt x="14498413" y="2783972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7989" y="3412616"/>
              <a:ext cx="5121275" cy="2199640"/>
            </a:xfrm>
            <a:custGeom>
              <a:avLst/>
              <a:gdLst/>
              <a:ahLst/>
              <a:cxnLst/>
              <a:rect l="l" t="t" r="r" b="b"/>
              <a:pathLst>
                <a:path w="5121275" h="2199640">
                  <a:moveTo>
                    <a:pt x="99288" y="16522"/>
                  </a:moveTo>
                  <a:lnTo>
                    <a:pt x="96977" y="10922"/>
                  </a:lnTo>
                  <a:lnTo>
                    <a:pt x="87744" y="2197"/>
                  </a:lnTo>
                  <a:lnTo>
                    <a:pt x="81864" y="0"/>
                  </a:lnTo>
                  <a:lnTo>
                    <a:pt x="61861" y="0"/>
                  </a:lnTo>
                  <a:lnTo>
                    <a:pt x="55981" y="2197"/>
                  </a:lnTo>
                  <a:lnTo>
                    <a:pt x="46748" y="10922"/>
                  </a:lnTo>
                  <a:lnTo>
                    <a:pt x="44437" y="16522"/>
                  </a:lnTo>
                  <a:lnTo>
                    <a:pt x="44437" y="30276"/>
                  </a:lnTo>
                  <a:lnTo>
                    <a:pt x="46697" y="35826"/>
                  </a:lnTo>
                  <a:lnTo>
                    <a:pt x="51219" y="40030"/>
                  </a:lnTo>
                  <a:lnTo>
                    <a:pt x="55791" y="44183"/>
                  </a:lnTo>
                  <a:lnTo>
                    <a:pt x="61722" y="46253"/>
                  </a:lnTo>
                  <a:lnTo>
                    <a:pt x="81775" y="46253"/>
                  </a:lnTo>
                  <a:lnTo>
                    <a:pt x="87630" y="44183"/>
                  </a:lnTo>
                  <a:lnTo>
                    <a:pt x="96977" y="35826"/>
                  </a:lnTo>
                  <a:lnTo>
                    <a:pt x="99288" y="30276"/>
                  </a:lnTo>
                  <a:lnTo>
                    <a:pt x="99288" y="16522"/>
                  </a:lnTo>
                  <a:close/>
                </a:path>
                <a:path w="5121275" h="2199640">
                  <a:moveTo>
                    <a:pt x="146583" y="195707"/>
                  </a:moveTo>
                  <a:lnTo>
                    <a:pt x="93548" y="195707"/>
                  </a:lnTo>
                  <a:lnTo>
                    <a:pt x="93548" y="61582"/>
                  </a:lnTo>
                  <a:lnTo>
                    <a:pt x="7137" y="61582"/>
                  </a:lnTo>
                  <a:lnTo>
                    <a:pt x="7137" y="96977"/>
                  </a:lnTo>
                  <a:lnTo>
                    <a:pt x="55841" y="96977"/>
                  </a:lnTo>
                  <a:lnTo>
                    <a:pt x="55841" y="195707"/>
                  </a:lnTo>
                  <a:lnTo>
                    <a:pt x="0" y="195707"/>
                  </a:lnTo>
                  <a:lnTo>
                    <a:pt x="0" y="231101"/>
                  </a:lnTo>
                  <a:lnTo>
                    <a:pt x="146583" y="231101"/>
                  </a:lnTo>
                  <a:lnTo>
                    <a:pt x="146583" y="195707"/>
                  </a:lnTo>
                  <a:close/>
                </a:path>
                <a:path w="5121275" h="2199640">
                  <a:moveTo>
                    <a:pt x="313918" y="105371"/>
                  </a:moveTo>
                  <a:lnTo>
                    <a:pt x="313309" y="95567"/>
                  </a:lnTo>
                  <a:lnTo>
                    <a:pt x="312242" y="90398"/>
                  </a:lnTo>
                  <a:lnTo>
                    <a:pt x="311467" y="86690"/>
                  </a:lnTo>
                  <a:lnTo>
                    <a:pt x="310819" y="85013"/>
                  </a:lnTo>
                  <a:lnTo>
                    <a:pt x="310743" y="84810"/>
                  </a:lnTo>
                  <a:lnTo>
                    <a:pt x="276771" y="58712"/>
                  </a:lnTo>
                  <a:lnTo>
                    <a:pt x="268414" y="58712"/>
                  </a:lnTo>
                  <a:lnTo>
                    <a:pt x="261734" y="61010"/>
                  </a:lnTo>
                  <a:lnTo>
                    <a:pt x="260883" y="61582"/>
                  </a:lnTo>
                  <a:lnTo>
                    <a:pt x="250063" y="70840"/>
                  </a:lnTo>
                  <a:lnTo>
                    <a:pt x="249758" y="71767"/>
                  </a:lnTo>
                  <a:lnTo>
                    <a:pt x="249199" y="70205"/>
                  </a:lnTo>
                  <a:lnTo>
                    <a:pt x="248323" y="69481"/>
                  </a:lnTo>
                  <a:lnTo>
                    <a:pt x="248323" y="78765"/>
                  </a:lnTo>
                  <a:lnTo>
                    <a:pt x="248069" y="77038"/>
                  </a:lnTo>
                  <a:lnTo>
                    <a:pt x="248183" y="76669"/>
                  </a:lnTo>
                  <a:lnTo>
                    <a:pt x="248208" y="77038"/>
                  </a:lnTo>
                  <a:lnTo>
                    <a:pt x="248323" y="78765"/>
                  </a:lnTo>
                  <a:lnTo>
                    <a:pt x="248323" y="69481"/>
                  </a:lnTo>
                  <a:lnTo>
                    <a:pt x="243738" y="65633"/>
                  </a:lnTo>
                  <a:lnTo>
                    <a:pt x="238328" y="61010"/>
                  </a:lnTo>
                  <a:lnTo>
                    <a:pt x="231660" y="58712"/>
                  </a:lnTo>
                  <a:lnTo>
                    <a:pt x="215379" y="58712"/>
                  </a:lnTo>
                  <a:lnTo>
                    <a:pt x="208813" y="61010"/>
                  </a:lnTo>
                  <a:lnTo>
                    <a:pt x="208572" y="61010"/>
                  </a:lnTo>
                  <a:lnTo>
                    <a:pt x="201422" y="67246"/>
                  </a:lnTo>
                  <a:lnTo>
                    <a:pt x="202463" y="61582"/>
                  </a:lnTo>
                  <a:lnTo>
                    <a:pt x="196519" y="61582"/>
                  </a:lnTo>
                  <a:lnTo>
                    <a:pt x="196519" y="84455"/>
                  </a:lnTo>
                  <a:lnTo>
                    <a:pt x="195110" y="77038"/>
                  </a:lnTo>
                  <a:lnTo>
                    <a:pt x="195237" y="76669"/>
                  </a:lnTo>
                  <a:lnTo>
                    <a:pt x="195275" y="77038"/>
                  </a:lnTo>
                  <a:lnTo>
                    <a:pt x="195440" y="78765"/>
                  </a:lnTo>
                  <a:lnTo>
                    <a:pt x="196519" y="84455"/>
                  </a:lnTo>
                  <a:lnTo>
                    <a:pt x="196519" y="61582"/>
                  </a:lnTo>
                  <a:lnTo>
                    <a:pt x="167894" y="61582"/>
                  </a:lnTo>
                  <a:lnTo>
                    <a:pt x="167894" y="231101"/>
                  </a:lnTo>
                  <a:lnTo>
                    <a:pt x="203581" y="231101"/>
                  </a:lnTo>
                  <a:lnTo>
                    <a:pt x="203581" y="99644"/>
                  </a:lnTo>
                  <a:lnTo>
                    <a:pt x="204444" y="95948"/>
                  </a:lnTo>
                  <a:lnTo>
                    <a:pt x="207937" y="91516"/>
                  </a:lnTo>
                  <a:lnTo>
                    <a:pt x="210464" y="90398"/>
                  </a:lnTo>
                  <a:lnTo>
                    <a:pt x="217182" y="90398"/>
                  </a:lnTo>
                  <a:lnTo>
                    <a:pt x="219697" y="91516"/>
                  </a:lnTo>
                  <a:lnTo>
                    <a:pt x="223405" y="95948"/>
                  </a:lnTo>
                  <a:lnTo>
                    <a:pt x="224548" y="99644"/>
                  </a:lnTo>
                  <a:lnTo>
                    <a:pt x="224637" y="231101"/>
                  </a:lnTo>
                  <a:lnTo>
                    <a:pt x="257175" y="231101"/>
                  </a:lnTo>
                  <a:lnTo>
                    <a:pt x="257200" y="99644"/>
                  </a:lnTo>
                  <a:lnTo>
                    <a:pt x="258229" y="95948"/>
                  </a:lnTo>
                  <a:lnTo>
                    <a:pt x="262013" y="91516"/>
                  </a:lnTo>
                  <a:lnTo>
                    <a:pt x="264566" y="90398"/>
                  </a:lnTo>
                  <a:lnTo>
                    <a:pt x="271284" y="90398"/>
                  </a:lnTo>
                  <a:lnTo>
                    <a:pt x="273748" y="91516"/>
                  </a:lnTo>
                  <a:lnTo>
                    <a:pt x="277139" y="95948"/>
                  </a:lnTo>
                  <a:lnTo>
                    <a:pt x="278155" y="99644"/>
                  </a:lnTo>
                  <a:lnTo>
                    <a:pt x="278231" y="231101"/>
                  </a:lnTo>
                  <a:lnTo>
                    <a:pt x="313918" y="231101"/>
                  </a:lnTo>
                  <a:lnTo>
                    <a:pt x="313918" y="105371"/>
                  </a:lnTo>
                  <a:close/>
                </a:path>
                <a:path w="5121275" h="2199640">
                  <a:moveTo>
                    <a:pt x="479577" y="123151"/>
                  </a:moveTo>
                  <a:lnTo>
                    <a:pt x="478612" y="109283"/>
                  </a:lnTo>
                  <a:lnTo>
                    <a:pt x="475729" y="96862"/>
                  </a:lnTo>
                  <a:lnTo>
                    <a:pt x="474027" y="92989"/>
                  </a:lnTo>
                  <a:lnTo>
                    <a:pt x="470916" y="85877"/>
                  </a:lnTo>
                  <a:lnTo>
                    <a:pt x="464185" y="76339"/>
                  </a:lnTo>
                  <a:lnTo>
                    <a:pt x="455815" y="68630"/>
                  </a:lnTo>
                  <a:lnTo>
                    <a:pt x="446062" y="63119"/>
                  </a:lnTo>
                  <a:lnTo>
                    <a:pt x="441934" y="61899"/>
                  </a:lnTo>
                  <a:lnTo>
                    <a:pt x="441934" y="114147"/>
                  </a:lnTo>
                  <a:lnTo>
                    <a:pt x="441934" y="178536"/>
                  </a:lnTo>
                  <a:lnTo>
                    <a:pt x="439534" y="186512"/>
                  </a:lnTo>
                  <a:lnTo>
                    <a:pt x="430009" y="196964"/>
                  </a:lnTo>
                  <a:lnTo>
                    <a:pt x="422922" y="199694"/>
                  </a:lnTo>
                  <a:lnTo>
                    <a:pt x="404774" y="199694"/>
                  </a:lnTo>
                  <a:lnTo>
                    <a:pt x="385114" y="178536"/>
                  </a:lnTo>
                  <a:lnTo>
                    <a:pt x="385114" y="114147"/>
                  </a:lnTo>
                  <a:lnTo>
                    <a:pt x="387515" y="106705"/>
                  </a:lnTo>
                  <a:lnTo>
                    <a:pt x="396392" y="97193"/>
                  </a:lnTo>
                  <a:lnTo>
                    <a:pt x="396697" y="96862"/>
                  </a:lnTo>
                  <a:lnTo>
                    <a:pt x="398030" y="95631"/>
                  </a:lnTo>
                  <a:lnTo>
                    <a:pt x="404774" y="92989"/>
                  </a:lnTo>
                  <a:lnTo>
                    <a:pt x="422922" y="92989"/>
                  </a:lnTo>
                  <a:lnTo>
                    <a:pt x="429920" y="95631"/>
                  </a:lnTo>
                  <a:lnTo>
                    <a:pt x="439534" y="106172"/>
                  </a:lnTo>
                  <a:lnTo>
                    <a:pt x="441934" y="114147"/>
                  </a:lnTo>
                  <a:lnTo>
                    <a:pt x="441934" y="61899"/>
                  </a:lnTo>
                  <a:lnTo>
                    <a:pt x="434898" y="59804"/>
                  </a:lnTo>
                  <a:lnTo>
                    <a:pt x="422338" y="58712"/>
                  </a:lnTo>
                  <a:lnTo>
                    <a:pt x="412864" y="59347"/>
                  </a:lnTo>
                  <a:lnTo>
                    <a:pt x="382752" y="75793"/>
                  </a:lnTo>
                  <a:lnTo>
                    <a:pt x="384975" y="61582"/>
                  </a:lnTo>
                  <a:lnTo>
                    <a:pt x="378472" y="61582"/>
                  </a:lnTo>
                  <a:lnTo>
                    <a:pt x="378472" y="195986"/>
                  </a:lnTo>
                  <a:lnTo>
                    <a:pt x="378434" y="196964"/>
                  </a:lnTo>
                  <a:lnTo>
                    <a:pt x="378320" y="199694"/>
                  </a:lnTo>
                  <a:lnTo>
                    <a:pt x="378117" y="204355"/>
                  </a:lnTo>
                  <a:lnTo>
                    <a:pt x="378472" y="195986"/>
                  </a:lnTo>
                  <a:lnTo>
                    <a:pt x="378472" y="61582"/>
                  </a:lnTo>
                  <a:lnTo>
                    <a:pt x="347332" y="61582"/>
                  </a:lnTo>
                  <a:lnTo>
                    <a:pt x="347332" y="282676"/>
                  </a:lnTo>
                  <a:lnTo>
                    <a:pt x="384975" y="282676"/>
                  </a:lnTo>
                  <a:lnTo>
                    <a:pt x="384771" y="229565"/>
                  </a:lnTo>
                  <a:lnTo>
                    <a:pt x="382752" y="216979"/>
                  </a:lnTo>
                  <a:lnTo>
                    <a:pt x="383425" y="218173"/>
                  </a:lnTo>
                  <a:lnTo>
                    <a:pt x="422338" y="233972"/>
                  </a:lnTo>
                  <a:lnTo>
                    <a:pt x="434898" y="232867"/>
                  </a:lnTo>
                  <a:lnTo>
                    <a:pt x="470916" y="206794"/>
                  </a:lnTo>
                  <a:lnTo>
                    <a:pt x="479577" y="169252"/>
                  </a:lnTo>
                  <a:lnTo>
                    <a:pt x="479577" y="123151"/>
                  </a:lnTo>
                  <a:close/>
                </a:path>
                <a:path w="5121275" h="2199640">
                  <a:moveTo>
                    <a:pt x="651522" y="124548"/>
                  </a:moveTo>
                  <a:lnTo>
                    <a:pt x="641324" y="86144"/>
                  </a:lnTo>
                  <a:lnTo>
                    <a:pt x="613879" y="63957"/>
                  </a:lnTo>
                  <a:lnTo>
                    <a:pt x="613879" y="114376"/>
                  </a:lnTo>
                  <a:lnTo>
                    <a:pt x="613879" y="178308"/>
                  </a:lnTo>
                  <a:lnTo>
                    <a:pt x="611403" y="186143"/>
                  </a:lnTo>
                  <a:lnTo>
                    <a:pt x="601573" y="196545"/>
                  </a:lnTo>
                  <a:lnTo>
                    <a:pt x="594360" y="199136"/>
                  </a:lnTo>
                  <a:lnTo>
                    <a:pt x="575284" y="199136"/>
                  </a:lnTo>
                  <a:lnTo>
                    <a:pt x="568058" y="196545"/>
                  </a:lnTo>
                  <a:lnTo>
                    <a:pt x="558253" y="186143"/>
                  </a:lnTo>
                  <a:lnTo>
                    <a:pt x="555802" y="178308"/>
                  </a:lnTo>
                  <a:lnTo>
                    <a:pt x="555802" y="114376"/>
                  </a:lnTo>
                  <a:lnTo>
                    <a:pt x="558253" y="106565"/>
                  </a:lnTo>
                  <a:lnTo>
                    <a:pt x="568058" y="96164"/>
                  </a:lnTo>
                  <a:lnTo>
                    <a:pt x="575284" y="93548"/>
                  </a:lnTo>
                  <a:lnTo>
                    <a:pt x="594360" y="93548"/>
                  </a:lnTo>
                  <a:lnTo>
                    <a:pt x="601573" y="96164"/>
                  </a:lnTo>
                  <a:lnTo>
                    <a:pt x="606463" y="101384"/>
                  </a:lnTo>
                  <a:lnTo>
                    <a:pt x="611403" y="106565"/>
                  </a:lnTo>
                  <a:lnTo>
                    <a:pt x="613879" y="63957"/>
                  </a:lnTo>
                  <a:lnTo>
                    <a:pt x="584847" y="58712"/>
                  </a:lnTo>
                  <a:lnTo>
                    <a:pt x="570331" y="59817"/>
                  </a:lnTo>
                  <a:lnTo>
                    <a:pt x="528269" y="86144"/>
                  </a:lnTo>
                  <a:lnTo>
                    <a:pt x="518121" y="124548"/>
                  </a:lnTo>
                  <a:lnTo>
                    <a:pt x="518096" y="167855"/>
                  </a:lnTo>
                  <a:lnTo>
                    <a:pt x="519226" y="182346"/>
                  </a:lnTo>
                  <a:lnTo>
                    <a:pt x="545985" y="223977"/>
                  </a:lnTo>
                  <a:lnTo>
                    <a:pt x="584847" y="233972"/>
                  </a:lnTo>
                  <a:lnTo>
                    <a:pt x="599325" y="232867"/>
                  </a:lnTo>
                  <a:lnTo>
                    <a:pt x="641324" y="206514"/>
                  </a:lnTo>
                  <a:lnTo>
                    <a:pt x="651522" y="167855"/>
                  </a:lnTo>
                  <a:lnTo>
                    <a:pt x="651522" y="124548"/>
                  </a:lnTo>
                  <a:close/>
                </a:path>
                <a:path w="5121275" h="2199640">
                  <a:moveTo>
                    <a:pt x="829767" y="122593"/>
                  </a:moveTo>
                  <a:lnTo>
                    <a:pt x="828738" y="108800"/>
                  </a:lnTo>
                  <a:lnTo>
                    <a:pt x="825665" y="96456"/>
                  </a:lnTo>
                  <a:lnTo>
                    <a:pt x="823760" y="92430"/>
                  </a:lnTo>
                  <a:lnTo>
                    <a:pt x="820521" y="85559"/>
                  </a:lnTo>
                  <a:lnTo>
                    <a:pt x="782447" y="59791"/>
                  </a:lnTo>
                  <a:lnTo>
                    <a:pt x="769391" y="58712"/>
                  </a:lnTo>
                  <a:lnTo>
                    <a:pt x="752386" y="61010"/>
                  </a:lnTo>
                  <a:lnTo>
                    <a:pt x="739787" y="67945"/>
                  </a:lnTo>
                  <a:lnTo>
                    <a:pt x="731608" y="79489"/>
                  </a:lnTo>
                  <a:lnTo>
                    <a:pt x="727824" y="95656"/>
                  </a:lnTo>
                  <a:lnTo>
                    <a:pt x="727913" y="95161"/>
                  </a:lnTo>
                  <a:lnTo>
                    <a:pt x="733780" y="61582"/>
                  </a:lnTo>
                  <a:lnTo>
                    <a:pt x="696696" y="61582"/>
                  </a:lnTo>
                  <a:lnTo>
                    <a:pt x="696696" y="231101"/>
                  </a:lnTo>
                  <a:lnTo>
                    <a:pt x="734339" y="231101"/>
                  </a:lnTo>
                  <a:lnTo>
                    <a:pt x="734390" y="114147"/>
                  </a:lnTo>
                  <a:lnTo>
                    <a:pt x="736879" y="106311"/>
                  </a:lnTo>
                  <a:lnTo>
                    <a:pt x="746683" y="95656"/>
                  </a:lnTo>
                  <a:lnTo>
                    <a:pt x="747217" y="95161"/>
                  </a:lnTo>
                  <a:lnTo>
                    <a:pt x="754227" y="92430"/>
                  </a:lnTo>
                  <a:lnTo>
                    <a:pt x="772706" y="92430"/>
                  </a:lnTo>
                  <a:lnTo>
                    <a:pt x="779818" y="95161"/>
                  </a:lnTo>
                  <a:lnTo>
                    <a:pt x="789660" y="106070"/>
                  </a:lnTo>
                  <a:lnTo>
                    <a:pt x="789724" y="106311"/>
                  </a:lnTo>
                  <a:lnTo>
                    <a:pt x="792124" y="114147"/>
                  </a:lnTo>
                  <a:lnTo>
                    <a:pt x="792124" y="137985"/>
                  </a:lnTo>
                  <a:lnTo>
                    <a:pt x="829767" y="137985"/>
                  </a:lnTo>
                  <a:lnTo>
                    <a:pt x="829767" y="122593"/>
                  </a:lnTo>
                  <a:close/>
                </a:path>
                <a:path w="5121275" h="2199640">
                  <a:moveTo>
                    <a:pt x="997737" y="61582"/>
                  </a:moveTo>
                  <a:lnTo>
                    <a:pt x="934694" y="61582"/>
                  </a:lnTo>
                  <a:lnTo>
                    <a:pt x="934694" y="18618"/>
                  </a:lnTo>
                  <a:lnTo>
                    <a:pt x="896975" y="18618"/>
                  </a:lnTo>
                  <a:lnTo>
                    <a:pt x="896975" y="61582"/>
                  </a:lnTo>
                  <a:lnTo>
                    <a:pt x="852551" y="61582"/>
                  </a:lnTo>
                  <a:lnTo>
                    <a:pt x="852551" y="96977"/>
                  </a:lnTo>
                  <a:lnTo>
                    <a:pt x="896975" y="96977"/>
                  </a:lnTo>
                  <a:lnTo>
                    <a:pt x="896975" y="183603"/>
                  </a:lnTo>
                  <a:lnTo>
                    <a:pt x="897801" y="194144"/>
                  </a:lnTo>
                  <a:lnTo>
                    <a:pt x="925614" y="227952"/>
                  </a:lnTo>
                  <a:lnTo>
                    <a:pt x="945959" y="231101"/>
                  </a:lnTo>
                  <a:lnTo>
                    <a:pt x="994867" y="231101"/>
                  </a:lnTo>
                  <a:lnTo>
                    <a:pt x="994867" y="195707"/>
                  </a:lnTo>
                  <a:lnTo>
                    <a:pt x="941755" y="195707"/>
                  </a:lnTo>
                  <a:lnTo>
                    <a:pt x="938822" y="194818"/>
                  </a:lnTo>
                  <a:lnTo>
                    <a:pt x="935507" y="191274"/>
                  </a:lnTo>
                  <a:lnTo>
                    <a:pt x="934694" y="188125"/>
                  </a:lnTo>
                  <a:lnTo>
                    <a:pt x="934694" y="96977"/>
                  </a:lnTo>
                  <a:lnTo>
                    <a:pt x="997737" y="96977"/>
                  </a:lnTo>
                  <a:lnTo>
                    <a:pt x="997737" y="61582"/>
                  </a:lnTo>
                  <a:close/>
                </a:path>
                <a:path w="5121275" h="2199640">
                  <a:moveTo>
                    <a:pt x="3236798" y="1975167"/>
                  </a:moveTo>
                  <a:lnTo>
                    <a:pt x="3182150" y="1975167"/>
                  </a:lnTo>
                  <a:lnTo>
                    <a:pt x="3171914" y="1975942"/>
                  </a:lnTo>
                  <a:lnTo>
                    <a:pt x="3137878" y="2001901"/>
                  </a:lnTo>
                  <a:lnTo>
                    <a:pt x="3134639" y="2020646"/>
                  </a:lnTo>
                  <a:lnTo>
                    <a:pt x="3134639" y="2029879"/>
                  </a:lnTo>
                  <a:lnTo>
                    <a:pt x="3088817" y="2029879"/>
                  </a:lnTo>
                  <a:lnTo>
                    <a:pt x="3088817" y="2065286"/>
                  </a:lnTo>
                  <a:lnTo>
                    <a:pt x="3134639" y="2065286"/>
                  </a:lnTo>
                  <a:lnTo>
                    <a:pt x="3134639" y="2196261"/>
                  </a:lnTo>
                  <a:lnTo>
                    <a:pt x="3172358" y="2196261"/>
                  </a:lnTo>
                  <a:lnTo>
                    <a:pt x="3172358" y="2065286"/>
                  </a:lnTo>
                  <a:lnTo>
                    <a:pt x="3236798" y="2065286"/>
                  </a:lnTo>
                  <a:lnTo>
                    <a:pt x="3236798" y="2029879"/>
                  </a:lnTo>
                  <a:lnTo>
                    <a:pt x="3172358" y="2029879"/>
                  </a:lnTo>
                  <a:lnTo>
                    <a:pt x="3172358" y="2017052"/>
                  </a:lnTo>
                  <a:lnTo>
                    <a:pt x="3173145" y="2014601"/>
                  </a:lnTo>
                  <a:lnTo>
                    <a:pt x="3176371" y="2011387"/>
                  </a:lnTo>
                  <a:lnTo>
                    <a:pt x="3178835" y="2010575"/>
                  </a:lnTo>
                  <a:lnTo>
                    <a:pt x="3236798" y="2010575"/>
                  </a:lnTo>
                  <a:lnTo>
                    <a:pt x="3236798" y="1975167"/>
                  </a:lnTo>
                  <a:close/>
                </a:path>
                <a:path w="5121275" h="2199640">
                  <a:moveTo>
                    <a:pt x="3402165" y="2089708"/>
                  </a:moveTo>
                  <a:lnTo>
                    <a:pt x="3391979" y="2051304"/>
                  </a:lnTo>
                  <a:lnTo>
                    <a:pt x="3364522" y="2029117"/>
                  </a:lnTo>
                  <a:lnTo>
                    <a:pt x="3364522" y="2079536"/>
                  </a:lnTo>
                  <a:lnTo>
                    <a:pt x="3364522" y="2143468"/>
                  </a:lnTo>
                  <a:lnTo>
                    <a:pt x="3362058" y="2151303"/>
                  </a:lnTo>
                  <a:lnTo>
                    <a:pt x="3352215" y="2161705"/>
                  </a:lnTo>
                  <a:lnTo>
                    <a:pt x="3345002" y="2164283"/>
                  </a:lnTo>
                  <a:lnTo>
                    <a:pt x="3325926" y="2164283"/>
                  </a:lnTo>
                  <a:lnTo>
                    <a:pt x="3318700" y="2161705"/>
                  </a:lnTo>
                  <a:lnTo>
                    <a:pt x="3308908" y="2151303"/>
                  </a:lnTo>
                  <a:lnTo>
                    <a:pt x="3306457" y="2143468"/>
                  </a:lnTo>
                  <a:lnTo>
                    <a:pt x="3306457" y="2079536"/>
                  </a:lnTo>
                  <a:lnTo>
                    <a:pt x="3308908" y="2071725"/>
                  </a:lnTo>
                  <a:lnTo>
                    <a:pt x="3318700" y="2061324"/>
                  </a:lnTo>
                  <a:lnTo>
                    <a:pt x="3325926" y="2058708"/>
                  </a:lnTo>
                  <a:lnTo>
                    <a:pt x="3345002" y="2058708"/>
                  </a:lnTo>
                  <a:lnTo>
                    <a:pt x="3352215" y="2061324"/>
                  </a:lnTo>
                  <a:lnTo>
                    <a:pt x="3357105" y="2066544"/>
                  </a:lnTo>
                  <a:lnTo>
                    <a:pt x="3362058" y="2071725"/>
                  </a:lnTo>
                  <a:lnTo>
                    <a:pt x="3364522" y="2029117"/>
                  </a:lnTo>
                  <a:lnTo>
                    <a:pt x="3335490" y="2023859"/>
                  </a:lnTo>
                  <a:lnTo>
                    <a:pt x="3320986" y="2024976"/>
                  </a:lnTo>
                  <a:lnTo>
                    <a:pt x="3278911" y="2051304"/>
                  </a:lnTo>
                  <a:lnTo>
                    <a:pt x="3268764" y="2089708"/>
                  </a:lnTo>
                  <a:lnTo>
                    <a:pt x="3268738" y="2133015"/>
                  </a:lnTo>
                  <a:lnTo>
                    <a:pt x="3269869" y="2147506"/>
                  </a:lnTo>
                  <a:lnTo>
                    <a:pt x="3296628" y="2189137"/>
                  </a:lnTo>
                  <a:lnTo>
                    <a:pt x="3335490" y="2199132"/>
                  </a:lnTo>
                  <a:lnTo>
                    <a:pt x="3349968" y="2198027"/>
                  </a:lnTo>
                  <a:lnTo>
                    <a:pt x="3391979" y="2171674"/>
                  </a:lnTo>
                  <a:lnTo>
                    <a:pt x="3402165" y="2133015"/>
                  </a:lnTo>
                  <a:lnTo>
                    <a:pt x="3402165" y="2089708"/>
                  </a:lnTo>
                  <a:close/>
                </a:path>
                <a:path w="5121275" h="2199640">
                  <a:moveTo>
                    <a:pt x="3580422" y="2087740"/>
                  </a:moveTo>
                  <a:lnTo>
                    <a:pt x="3571163" y="2050719"/>
                  </a:lnTo>
                  <a:lnTo>
                    <a:pt x="3533089" y="2024951"/>
                  </a:lnTo>
                  <a:lnTo>
                    <a:pt x="3520033" y="2023859"/>
                  </a:lnTo>
                  <a:lnTo>
                    <a:pt x="3503028" y="2026170"/>
                  </a:lnTo>
                  <a:lnTo>
                    <a:pt x="3490442" y="2033104"/>
                  </a:lnTo>
                  <a:lnTo>
                    <a:pt x="3482251" y="2044649"/>
                  </a:lnTo>
                  <a:lnTo>
                    <a:pt x="3478479" y="2060803"/>
                  </a:lnTo>
                  <a:lnTo>
                    <a:pt x="3478555" y="2060321"/>
                  </a:lnTo>
                  <a:lnTo>
                    <a:pt x="3484422" y="2026729"/>
                  </a:lnTo>
                  <a:lnTo>
                    <a:pt x="3447338" y="2026729"/>
                  </a:lnTo>
                  <a:lnTo>
                    <a:pt x="3447338" y="2196261"/>
                  </a:lnTo>
                  <a:lnTo>
                    <a:pt x="3484981" y="2196261"/>
                  </a:lnTo>
                  <a:lnTo>
                    <a:pt x="3485045" y="2079307"/>
                  </a:lnTo>
                  <a:lnTo>
                    <a:pt x="3487521" y="2071471"/>
                  </a:lnTo>
                  <a:lnTo>
                    <a:pt x="3492614" y="2065921"/>
                  </a:lnTo>
                  <a:lnTo>
                    <a:pt x="3497326" y="2060803"/>
                  </a:lnTo>
                  <a:lnTo>
                    <a:pt x="3497859" y="2060321"/>
                  </a:lnTo>
                  <a:lnTo>
                    <a:pt x="3504882" y="2057590"/>
                  </a:lnTo>
                  <a:lnTo>
                    <a:pt x="3523348" y="2057590"/>
                  </a:lnTo>
                  <a:lnTo>
                    <a:pt x="3530460" y="2060321"/>
                  </a:lnTo>
                  <a:lnTo>
                    <a:pt x="3535489" y="2065921"/>
                  </a:lnTo>
                  <a:lnTo>
                    <a:pt x="3540302" y="2071230"/>
                  </a:lnTo>
                  <a:lnTo>
                    <a:pt x="3540379" y="2071471"/>
                  </a:lnTo>
                  <a:lnTo>
                    <a:pt x="3542779" y="2079307"/>
                  </a:lnTo>
                  <a:lnTo>
                    <a:pt x="3542779" y="2103132"/>
                  </a:lnTo>
                  <a:lnTo>
                    <a:pt x="3580422" y="2103132"/>
                  </a:lnTo>
                  <a:lnTo>
                    <a:pt x="3580422" y="2087740"/>
                  </a:lnTo>
                  <a:close/>
                </a:path>
                <a:path w="5121275" h="2199640">
                  <a:moveTo>
                    <a:pt x="4913033" y="1981669"/>
                  </a:moveTo>
                  <a:lnTo>
                    <a:pt x="4910721" y="1976081"/>
                  </a:lnTo>
                  <a:lnTo>
                    <a:pt x="4901489" y="1967357"/>
                  </a:lnTo>
                  <a:lnTo>
                    <a:pt x="4895608" y="1965159"/>
                  </a:lnTo>
                  <a:lnTo>
                    <a:pt x="4875593" y="1965159"/>
                  </a:lnTo>
                  <a:lnTo>
                    <a:pt x="4869726" y="1967357"/>
                  </a:lnTo>
                  <a:lnTo>
                    <a:pt x="4860480" y="1976081"/>
                  </a:lnTo>
                  <a:lnTo>
                    <a:pt x="4858182" y="1981669"/>
                  </a:lnTo>
                  <a:lnTo>
                    <a:pt x="4858182" y="1995436"/>
                  </a:lnTo>
                  <a:lnTo>
                    <a:pt x="4860442" y="2000986"/>
                  </a:lnTo>
                  <a:lnTo>
                    <a:pt x="4864963" y="2005190"/>
                  </a:lnTo>
                  <a:lnTo>
                    <a:pt x="4869535" y="2009330"/>
                  </a:lnTo>
                  <a:lnTo>
                    <a:pt x="4875454" y="2011413"/>
                  </a:lnTo>
                  <a:lnTo>
                    <a:pt x="4895520" y="2011413"/>
                  </a:lnTo>
                  <a:lnTo>
                    <a:pt x="4901374" y="2009330"/>
                  </a:lnTo>
                  <a:lnTo>
                    <a:pt x="4910721" y="2000986"/>
                  </a:lnTo>
                  <a:lnTo>
                    <a:pt x="4913033" y="1995436"/>
                  </a:lnTo>
                  <a:lnTo>
                    <a:pt x="4913033" y="1981669"/>
                  </a:lnTo>
                  <a:close/>
                </a:path>
                <a:path w="5121275" h="2199640">
                  <a:moveTo>
                    <a:pt x="4960328" y="2160867"/>
                  </a:moveTo>
                  <a:lnTo>
                    <a:pt x="4907292" y="2160867"/>
                  </a:lnTo>
                  <a:lnTo>
                    <a:pt x="4907292" y="2026729"/>
                  </a:lnTo>
                  <a:lnTo>
                    <a:pt x="4820882" y="2026729"/>
                  </a:lnTo>
                  <a:lnTo>
                    <a:pt x="4820882" y="2062137"/>
                  </a:lnTo>
                  <a:lnTo>
                    <a:pt x="4869586" y="2062137"/>
                  </a:lnTo>
                  <a:lnTo>
                    <a:pt x="4869586" y="2160867"/>
                  </a:lnTo>
                  <a:lnTo>
                    <a:pt x="4813744" y="2160867"/>
                  </a:lnTo>
                  <a:lnTo>
                    <a:pt x="4813744" y="2196261"/>
                  </a:lnTo>
                  <a:lnTo>
                    <a:pt x="4960328" y="2196261"/>
                  </a:lnTo>
                  <a:lnTo>
                    <a:pt x="4960328" y="2160867"/>
                  </a:lnTo>
                  <a:close/>
                </a:path>
                <a:path w="5121275" h="2199640">
                  <a:moveTo>
                    <a:pt x="5120805" y="2084247"/>
                  </a:moveTo>
                  <a:lnTo>
                    <a:pt x="5119814" y="2071281"/>
                  </a:lnTo>
                  <a:lnTo>
                    <a:pt x="5116868" y="2059647"/>
                  </a:lnTo>
                  <a:lnTo>
                    <a:pt x="5115877" y="2057590"/>
                  </a:lnTo>
                  <a:lnTo>
                    <a:pt x="5111953" y="2049373"/>
                  </a:lnTo>
                  <a:lnTo>
                    <a:pt x="5075504" y="2024900"/>
                  </a:lnTo>
                  <a:lnTo>
                    <a:pt x="5063007" y="2023859"/>
                  </a:lnTo>
                  <a:lnTo>
                    <a:pt x="5053431" y="2024494"/>
                  </a:lnTo>
                  <a:lnTo>
                    <a:pt x="5044770" y="2026361"/>
                  </a:lnTo>
                  <a:lnTo>
                    <a:pt x="5037023" y="2029498"/>
                  </a:lnTo>
                  <a:lnTo>
                    <a:pt x="5030190" y="2033866"/>
                  </a:lnTo>
                  <a:lnTo>
                    <a:pt x="5024831" y="2039340"/>
                  </a:lnTo>
                  <a:lnTo>
                    <a:pt x="5026761" y="2026729"/>
                  </a:lnTo>
                  <a:lnTo>
                    <a:pt x="4989131" y="2026729"/>
                  </a:lnTo>
                  <a:lnTo>
                    <a:pt x="4989131" y="2196261"/>
                  </a:lnTo>
                  <a:lnTo>
                    <a:pt x="5026761" y="2196261"/>
                  </a:lnTo>
                  <a:lnTo>
                    <a:pt x="5026761" y="2079485"/>
                  </a:lnTo>
                  <a:lnTo>
                    <a:pt x="5027346" y="2077643"/>
                  </a:lnTo>
                  <a:lnTo>
                    <a:pt x="5029454" y="2071281"/>
                  </a:lnTo>
                  <a:lnTo>
                    <a:pt x="5037569" y="2062353"/>
                  </a:lnTo>
                  <a:lnTo>
                    <a:pt x="5039360" y="2060359"/>
                  </a:lnTo>
                  <a:lnTo>
                    <a:pt x="5046434" y="2057590"/>
                  </a:lnTo>
                  <a:lnTo>
                    <a:pt x="5064150" y="2057590"/>
                  </a:lnTo>
                  <a:lnTo>
                    <a:pt x="5070894" y="2060155"/>
                  </a:lnTo>
                  <a:lnTo>
                    <a:pt x="5075745" y="2065286"/>
                  </a:lnTo>
                  <a:lnTo>
                    <a:pt x="5080647" y="2070366"/>
                  </a:lnTo>
                  <a:lnTo>
                    <a:pt x="5083086" y="2077643"/>
                  </a:lnTo>
                  <a:lnTo>
                    <a:pt x="5083086" y="2196261"/>
                  </a:lnTo>
                  <a:lnTo>
                    <a:pt x="5120805" y="2196261"/>
                  </a:lnTo>
                  <a:lnTo>
                    <a:pt x="5120805" y="2084247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6161576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0"/>
                </a:lnTo>
                <a:lnTo>
                  <a:pt x="31920" y="802028"/>
                </a:lnTo>
                <a:lnTo>
                  <a:pt x="4175" y="763300"/>
                </a:lnTo>
                <a:lnTo>
                  <a:pt x="0" y="742309"/>
                </a:lnTo>
                <a:lnTo>
                  <a:pt x="0" y="736934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3"/>
                </a:lnTo>
                <a:lnTo>
                  <a:pt x="14574918" y="76504"/>
                </a:lnTo>
                <a:lnTo>
                  <a:pt x="14574918" y="742309"/>
                </a:lnTo>
                <a:lnTo>
                  <a:pt x="14558132" y="786894"/>
                </a:lnTo>
                <a:lnTo>
                  <a:pt x="14519404" y="814638"/>
                </a:lnTo>
                <a:lnTo>
                  <a:pt x="14503737" y="818290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34"/>
            <a:ext cx="102352" cy="10235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42352" y="1174571"/>
            <a:ext cx="10342245" cy="4504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125"/>
              </a:spcBef>
            </a:pP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Always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first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operation</a:t>
            </a:r>
            <a:endParaRPr sz="2550">
              <a:latin typeface="Tahoma"/>
              <a:cs typeface="Tahoma"/>
            </a:endParaRPr>
          </a:p>
          <a:p>
            <a:pPr marL="217170">
              <a:lnSpc>
                <a:spcPct val="100000"/>
              </a:lnSpc>
              <a:spcBef>
                <a:spcPts val="2100"/>
              </a:spcBef>
            </a:pP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All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other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operations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require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tokens</a:t>
            </a:r>
            <a:endParaRPr sz="2550">
              <a:latin typeface="Tahoma"/>
              <a:cs typeface="Tahoma"/>
            </a:endParaRPr>
          </a:p>
          <a:p>
            <a:pPr marL="21717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Tokens</a:t>
            </a:r>
            <a:r>
              <a:rPr sz="2550" spc="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be</a:t>
            </a:r>
            <a:r>
              <a:rPr sz="2550" spc="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words,</a:t>
            </a:r>
            <a:r>
              <a:rPr sz="2550" spc="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numbers</a:t>
            </a:r>
            <a:r>
              <a:rPr sz="2550" spc="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punctuation</a:t>
            </a: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550">
              <a:latin typeface="Tahoma"/>
              <a:cs typeface="Tahoma"/>
            </a:endParaRPr>
          </a:p>
          <a:p>
            <a:pPr marL="1216025">
              <a:lnSpc>
                <a:spcPct val="100000"/>
              </a:lnSpc>
              <a:spcBef>
                <a:spcPts val="5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nlp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spacy.load(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"en_core_web_sm"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2250"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  <a:tabLst>
                <a:tab pos="3794125" algn="l"/>
                <a:tab pos="5341620" algn="l"/>
              </a:tabLst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doc</a:t>
            </a:r>
            <a:r>
              <a:rPr sz="2250" spc="-1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5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nlp(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"Tokenization</a:t>
            </a:r>
            <a:r>
              <a:rPr sz="2250" spc="-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splits</a:t>
            </a:r>
            <a:r>
              <a:rPr sz="2250" spc="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a</a:t>
            </a:r>
            <a:r>
              <a:rPr sz="2250" spc="-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sentence into its 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tokens."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50" spc="-1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([token.text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token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doc])</a:t>
            </a:r>
            <a:endParaRPr sz="225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86"/>
            <a:ext cx="102352" cy="10235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2661139"/>
            <a:ext cx="102352" cy="10235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42352" y="6374050"/>
            <a:ext cx="1257808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['Tokenization', 'splits', 'a', 'sentence', 'into', 'its', 'tokens', </a:t>
            </a:r>
            <a:r>
              <a:rPr sz="2250" spc="-20" dirty="0">
                <a:solidFill>
                  <a:srgbClr val="FFFFFF"/>
                </a:solidFill>
                <a:latin typeface="Courier New"/>
                <a:cs typeface="Courier New"/>
              </a:rPr>
              <a:t>'.']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40" dirty="0"/>
              <a:t>Sentence</a:t>
            </a:r>
            <a:r>
              <a:rPr spc="-105" dirty="0"/>
              <a:t> </a:t>
            </a:r>
            <a:r>
              <a:rPr spc="-215" dirty="0"/>
              <a:t>segmentation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2476905"/>
            <a:ext cx="14575155" cy="3296285"/>
            <a:chOff x="491289" y="2476905"/>
            <a:chExt cx="14575155" cy="3296285"/>
          </a:xfrm>
        </p:grpSpPr>
        <p:sp>
          <p:nvSpPr>
            <p:cNvPr id="4" name="object 4"/>
            <p:cNvSpPr/>
            <p:nvPr/>
          </p:nvSpPr>
          <p:spPr>
            <a:xfrm>
              <a:off x="491289" y="2476905"/>
              <a:ext cx="14575155" cy="3296285"/>
            </a:xfrm>
            <a:custGeom>
              <a:avLst/>
              <a:gdLst/>
              <a:ahLst/>
              <a:cxnLst/>
              <a:rect l="l" t="t" r="r" b="b"/>
              <a:pathLst>
                <a:path w="14575155" h="3296285">
                  <a:moveTo>
                    <a:pt x="14498413" y="3295732"/>
                  </a:moveTo>
                  <a:lnTo>
                    <a:pt x="76505" y="3295732"/>
                  </a:lnTo>
                  <a:lnTo>
                    <a:pt x="71180" y="3295207"/>
                  </a:lnTo>
                  <a:lnTo>
                    <a:pt x="31920" y="3278946"/>
                  </a:lnTo>
                  <a:lnTo>
                    <a:pt x="4175" y="3240218"/>
                  </a:lnTo>
                  <a:lnTo>
                    <a:pt x="0" y="3219227"/>
                  </a:lnTo>
                  <a:lnTo>
                    <a:pt x="0" y="3213851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3219227"/>
                  </a:lnTo>
                  <a:lnTo>
                    <a:pt x="14558132" y="3263812"/>
                  </a:lnTo>
                  <a:lnTo>
                    <a:pt x="14519404" y="3291556"/>
                  </a:lnTo>
                  <a:lnTo>
                    <a:pt x="14503737" y="3295207"/>
                  </a:lnTo>
                  <a:lnTo>
                    <a:pt x="14498413" y="3295732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3910" y="2719272"/>
              <a:ext cx="1673225" cy="2360295"/>
            </a:xfrm>
            <a:custGeom>
              <a:avLst/>
              <a:gdLst/>
              <a:ahLst/>
              <a:cxnLst/>
              <a:rect l="l" t="t" r="r" b="b"/>
              <a:pathLst>
                <a:path w="1673225" h="2360295">
                  <a:moveTo>
                    <a:pt x="94513" y="14859"/>
                  </a:moveTo>
                  <a:lnTo>
                    <a:pt x="92430" y="9817"/>
                  </a:lnTo>
                  <a:lnTo>
                    <a:pt x="84124" y="1968"/>
                  </a:lnTo>
                  <a:lnTo>
                    <a:pt x="78828" y="0"/>
                  </a:lnTo>
                  <a:lnTo>
                    <a:pt x="60820" y="0"/>
                  </a:lnTo>
                  <a:lnTo>
                    <a:pt x="55537" y="1968"/>
                  </a:lnTo>
                  <a:lnTo>
                    <a:pt x="47218" y="9817"/>
                  </a:lnTo>
                  <a:lnTo>
                    <a:pt x="45148" y="14859"/>
                  </a:lnTo>
                  <a:lnTo>
                    <a:pt x="45148" y="27241"/>
                  </a:lnTo>
                  <a:lnTo>
                    <a:pt x="47180" y="32232"/>
                  </a:lnTo>
                  <a:lnTo>
                    <a:pt x="51257" y="36017"/>
                  </a:lnTo>
                  <a:lnTo>
                    <a:pt x="55372" y="39751"/>
                  </a:lnTo>
                  <a:lnTo>
                    <a:pt x="60693" y="41617"/>
                  </a:lnTo>
                  <a:lnTo>
                    <a:pt x="78752" y="41617"/>
                  </a:lnTo>
                  <a:lnTo>
                    <a:pt x="84023" y="39751"/>
                  </a:lnTo>
                  <a:lnTo>
                    <a:pt x="92430" y="32232"/>
                  </a:lnTo>
                  <a:lnTo>
                    <a:pt x="94513" y="27241"/>
                  </a:lnTo>
                  <a:lnTo>
                    <a:pt x="94513" y="14859"/>
                  </a:lnTo>
                  <a:close/>
                </a:path>
                <a:path w="1673225" h="2360295">
                  <a:moveTo>
                    <a:pt x="133172" y="2158390"/>
                  </a:moveTo>
                  <a:lnTo>
                    <a:pt x="83997" y="2158390"/>
                  </a:lnTo>
                  <a:lnTo>
                    <a:pt x="74777" y="2159089"/>
                  </a:lnTo>
                  <a:lnTo>
                    <a:pt x="44157" y="2182444"/>
                  </a:lnTo>
                  <a:lnTo>
                    <a:pt x="41236" y="2199322"/>
                  </a:lnTo>
                  <a:lnTo>
                    <a:pt x="41236" y="2207628"/>
                  </a:lnTo>
                  <a:lnTo>
                    <a:pt x="0" y="2207628"/>
                  </a:lnTo>
                  <a:lnTo>
                    <a:pt x="0" y="2239492"/>
                  </a:lnTo>
                  <a:lnTo>
                    <a:pt x="41236" y="2239492"/>
                  </a:lnTo>
                  <a:lnTo>
                    <a:pt x="41236" y="2357374"/>
                  </a:lnTo>
                  <a:lnTo>
                    <a:pt x="75184" y="2357374"/>
                  </a:lnTo>
                  <a:lnTo>
                    <a:pt x="75184" y="2239492"/>
                  </a:lnTo>
                  <a:lnTo>
                    <a:pt x="133172" y="2239492"/>
                  </a:lnTo>
                  <a:lnTo>
                    <a:pt x="133172" y="2207628"/>
                  </a:lnTo>
                  <a:lnTo>
                    <a:pt x="75184" y="2207628"/>
                  </a:lnTo>
                  <a:lnTo>
                    <a:pt x="75184" y="2196084"/>
                  </a:lnTo>
                  <a:lnTo>
                    <a:pt x="75895" y="2193887"/>
                  </a:lnTo>
                  <a:lnTo>
                    <a:pt x="78790" y="2190991"/>
                  </a:lnTo>
                  <a:lnTo>
                    <a:pt x="81013" y="2190254"/>
                  </a:lnTo>
                  <a:lnTo>
                    <a:pt x="133172" y="2190254"/>
                  </a:lnTo>
                  <a:lnTo>
                    <a:pt x="133172" y="2158390"/>
                  </a:lnTo>
                  <a:close/>
                </a:path>
                <a:path w="1673225" h="2360295">
                  <a:moveTo>
                    <a:pt x="137083" y="176123"/>
                  </a:moveTo>
                  <a:lnTo>
                    <a:pt x="89344" y="176123"/>
                  </a:lnTo>
                  <a:lnTo>
                    <a:pt x="89344" y="55410"/>
                  </a:lnTo>
                  <a:lnTo>
                    <a:pt x="11582" y="55410"/>
                  </a:lnTo>
                  <a:lnTo>
                    <a:pt x="11582" y="87274"/>
                  </a:lnTo>
                  <a:lnTo>
                    <a:pt x="55410" y="87274"/>
                  </a:lnTo>
                  <a:lnTo>
                    <a:pt x="55410" y="176123"/>
                  </a:lnTo>
                  <a:lnTo>
                    <a:pt x="5156" y="176123"/>
                  </a:lnTo>
                  <a:lnTo>
                    <a:pt x="5156" y="207987"/>
                  </a:lnTo>
                  <a:lnTo>
                    <a:pt x="137083" y="207987"/>
                  </a:lnTo>
                  <a:lnTo>
                    <a:pt x="137083" y="176123"/>
                  </a:lnTo>
                  <a:close/>
                </a:path>
                <a:path w="1673225" h="2360295">
                  <a:moveTo>
                    <a:pt x="281940" y="2261476"/>
                  </a:moveTo>
                  <a:lnTo>
                    <a:pt x="265633" y="2218207"/>
                  </a:lnTo>
                  <a:lnTo>
                    <a:pt x="248056" y="2206942"/>
                  </a:lnTo>
                  <a:lnTo>
                    <a:pt x="248056" y="2252319"/>
                  </a:lnTo>
                  <a:lnTo>
                    <a:pt x="248056" y="2309850"/>
                  </a:lnTo>
                  <a:lnTo>
                    <a:pt x="245833" y="2316911"/>
                  </a:lnTo>
                  <a:lnTo>
                    <a:pt x="236982" y="2326271"/>
                  </a:lnTo>
                  <a:lnTo>
                    <a:pt x="230492" y="2328595"/>
                  </a:lnTo>
                  <a:lnTo>
                    <a:pt x="213321" y="2328595"/>
                  </a:lnTo>
                  <a:lnTo>
                    <a:pt x="206819" y="2326271"/>
                  </a:lnTo>
                  <a:lnTo>
                    <a:pt x="197993" y="2316911"/>
                  </a:lnTo>
                  <a:lnTo>
                    <a:pt x="195795" y="2309850"/>
                  </a:lnTo>
                  <a:lnTo>
                    <a:pt x="195795" y="2252319"/>
                  </a:lnTo>
                  <a:lnTo>
                    <a:pt x="197993" y="2245296"/>
                  </a:lnTo>
                  <a:lnTo>
                    <a:pt x="206819" y="2235924"/>
                  </a:lnTo>
                  <a:lnTo>
                    <a:pt x="213321" y="2233574"/>
                  </a:lnTo>
                  <a:lnTo>
                    <a:pt x="230492" y="2233574"/>
                  </a:lnTo>
                  <a:lnTo>
                    <a:pt x="236982" y="2235924"/>
                  </a:lnTo>
                  <a:lnTo>
                    <a:pt x="241388" y="2240635"/>
                  </a:lnTo>
                  <a:lnTo>
                    <a:pt x="245833" y="2245296"/>
                  </a:lnTo>
                  <a:lnTo>
                    <a:pt x="248056" y="2206942"/>
                  </a:lnTo>
                  <a:lnTo>
                    <a:pt x="221932" y="2202218"/>
                  </a:lnTo>
                  <a:lnTo>
                    <a:pt x="208864" y="2203221"/>
                  </a:lnTo>
                  <a:lnTo>
                    <a:pt x="171005" y="2226919"/>
                  </a:lnTo>
                  <a:lnTo>
                    <a:pt x="161848" y="2300452"/>
                  </a:lnTo>
                  <a:lnTo>
                    <a:pt x="162864" y="2313495"/>
                  </a:lnTo>
                  <a:lnTo>
                    <a:pt x="186956" y="2350960"/>
                  </a:lnTo>
                  <a:lnTo>
                    <a:pt x="221932" y="2359964"/>
                  </a:lnTo>
                  <a:lnTo>
                    <a:pt x="234950" y="2358961"/>
                  </a:lnTo>
                  <a:lnTo>
                    <a:pt x="272757" y="2335250"/>
                  </a:lnTo>
                  <a:lnTo>
                    <a:pt x="276098" y="2328595"/>
                  </a:lnTo>
                  <a:lnTo>
                    <a:pt x="277863" y="2325090"/>
                  </a:lnTo>
                  <a:lnTo>
                    <a:pt x="280924" y="2313495"/>
                  </a:lnTo>
                  <a:lnTo>
                    <a:pt x="281940" y="2300452"/>
                  </a:lnTo>
                  <a:lnTo>
                    <a:pt x="281940" y="2261476"/>
                  </a:lnTo>
                  <a:close/>
                </a:path>
                <a:path w="1673225" h="2360295">
                  <a:moveTo>
                    <a:pt x="287604" y="94830"/>
                  </a:moveTo>
                  <a:lnTo>
                    <a:pt x="284619" y="75996"/>
                  </a:lnTo>
                  <a:lnTo>
                    <a:pt x="282651" y="70878"/>
                  </a:lnTo>
                  <a:lnTo>
                    <a:pt x="254165" y="52832"/>
                  </a:lnTo>
                  <a:lnTo>
                    <a:pt x="246646" y="52832"/>
                  </a:lnTo>
                  <a:lnTo>
                    <a:pt x="240639" y="54902"/>
                  </a:lnTo>
                  <a:lnTo>
                    <a:pt x="239864" y="55410"/>
                  </a:lnTo>
                  <a:lnTo>
                    <a:pt x="231432" y="62636"/>
                  </a:lnTo>
                  <a:lnTo>
                    <a:pt x="231432" y="68986"/>
                  </a:lnTo>
                  <a:lnTo>
                    <a:pt x="231406" y="69329"/>
                  </a:lnTo>
                  <a:lnTo>
                    <a:pt x="230987" y="73355"/>
                  </a:lnTo>
                  <a:lnTo>
                    <a:pt x="231432" y="68986"/>
                  </a:lnTo>
                  <a:lnTo>
                    <a:pt x="231432" y="62636"/>
                  </a:lnTo>
                  <a:lnTo>
                    <a:pt x="230136" y="63741"/>
                  </a:lnTo>
                  <a:lnTo>
                    <a:pt x="229857" y="64592"/>
                  </a:lnTo>
                  <a:lnTo>
                    <a:pt x="229362" y="63169"/>
                  </a:lnTo>
                  <a:lnTo>
                    <a:pt x="228561" y="62509"/>
                  </a:lnTo>
                  <a:lnTo>
                    <a:pt x="228561" y="70878"/>
                  </a:lnTo>
                  <a:lnTo>
                    <a:pt x="228333" y="69329"/>
                  </a:lnTo>
                  <a:lnTo>
                    <a:pt x="228447" y="68986"/>
                  </a:lnTo>
                  <a:lnTo>
                    <a:pt x="228561" y="70878"/>
                  </a:lnTo>
                  <a:lnTo>
                    <a:pt x="228561" y="62509"/>
                  </a:lnTo>
                  <a:lnTo>
                    <a:pt x="224447" y="59067"/>
                  </a:lnTo>
                  <a:lnTo>
                    <a:pt x="219570" y="54902"/>
                  </a:lnTo>
                  <a:lnTo>
                    <a:pt x="213575" y="52832"/>
                  </a:lnTo>
                  <a:lnTo>
                    <a:pt x="198920" y="52832"/>
                  </a:lnTo>
                  <a:lnTo>
                    <a:pt x="193001" y="54902"/>
                  </a:lnTo>
                  <a:lnTo>
                    <a:pt x="192786" y="54902"/>
                  </a:lnTo>
                  <a:lnTo>
                    <a:pt x="186359" y="60502"/>
                  </a:lnTo>
                  <a:lnTo>
                    <a:pt x="187286" y="55410"/>
                  </a:lnTo>
                  <a:lnTo>
                    <a:pt x="180962" y="55410"/>
                  </a:lnTo>
                  <a:lnTo>
                    <a:pt x="180962" y="70878"/>
                  </a:lnTo>
                  <a:lnTo>
                    <a:pt x="180682" y="69329"/>
                  </a:lnTo>
                  <a:lnTo>
                    <a:pt x="180797" y="68986"/>
                  </a:lnTo>
                  <a:lnTo>
                    <a:pt x="180822" y="69329"/>
                  </a:lnTo>
                  <a:lnTo>
                    <a:pt x="180962" y="70878"/>
                  </a:lnTo>
                  <a:lnTo>
                    <a:pt x="180962" y="55410"/>
                  </a:lnTo>
                  <a:lnTo>
                    <a:pt x="156184" y="55410"/>
                  </a:lnTo>
                  <a:lnTo>
                    <a:pt x="156184" y="207987"/>
                  </a:lnTo>
                  <a:lnTo>
                    <a:pt x="188302" y="207987"/>
                  </a:lnTo>
                  <a:lnTo>
                    <a:pt x="188302" y="89662"/>
                  </a:lnTo>
                  <a:lnTo>
                    <a:pt x="189077" y="86347"/>
                  </a:lnTo>
                  <a:lnTo>
                    <a:pt x="192227" y="82359"/>
                  </a:lnTo>
                  <a:lnTo>
                    <a:pt x="194487" y="81356"/>
                  </a:lnTo>
                  <a:lnTo>
                    <a:pt x="200533" y="81356"/>
                  </a:lnTo>
                  <a:lnTo>
                    <a:pt x="202806" y="82359"/>
                  </a:lnTo>
                  <a:lnTo>
                    <a:pt x="206133" y="86347"/>
                  </a:lnTo>
                  <a:lnTo>
                    <a:pt x="207162" y="89662"/>
                  </a:lnTo>
                  <a:lnTo>
                    <a:pt x="207251" y="207987"/>
                  </a:lnTo>
                  <a:lnTo>
                    <a:pt x="236537" y="207987"/>
                  </a:lnTo>
                  <a:lnTo>
                    <a:pt x="236562" y="89662"/>
                  </a:lnTo>
                  <a:lnTo>
                    <a:pt x="237490" y="86347"/>
                  </a:lnTo>
                  <a:lnTo>
                    <a:pt x="240880" y="82359"/>
                  </a:lnTo>
                  <a:lnTo>
                    <a:pt x="243192" y="81356"/>
                  </a:lnTo>
                  <a:lnTo>
                    <a:pt x="249237" y="81356"/>
                  </a:lnTo>
                  <a:lnTo>
                    <a:pt x="251447" y="82359"/>
                  </a:lnTo>
                  <a:lnTo>
                    <a:pt x="254508" y="86347"/>
                  </a:lnTo>
                  <a:lnTo>
                    <a:pt x="255422" y="89662"/>
                  </a:lnTo>
                  <a:lnTo>
                    <a:pt x="255485" y="207987"/>
                  </a:lnTo>
                  <a:lnTo>
                    <a:pt x="287604" y="207987"/>
                  </a:lnTo>
                  <a:lnTo>
                    <a:pt x="287604" y="94830"/>
                  </a:lnTo>
                  <a:close/>
                </a:path>
                <a:path w="1673225" h="2360295">
                  <a:moveTo>
                    <a:pt x="436613" y="110820"/>
                  </a:moveTo>
                  <a:lnTo>
                    <a:pt x="422757" y="68694"/>
                  </a:lnTo>
                  <a:lnTo>
                    <a:pt x="402742" y="55702"/>
                  </a:lnTo>
                  <a:lnTo>
                    <a:pt x="402742" y="102717"/>
                  </a:lnTo>
                  <a:lnTo>
                    <a:pt x="402742" y="160680"/>
                  </a:lnTo>
                  <a:lnTo>
                    <a:pt x="400570" y="167855"/>
                  </a:lnTo>
                  <a:lnTo>
                    <a:pt x="392010" y="177253"/>
                  </a:lnTo>
                  <a:lnTo>
                    <a:pt x="385635" y="179717"/>
                  </a:lnTo>
                  <a:lnTo>
                    <a:pt x="369303" y="179717"/>
                  </a:lnTo>
                  <a:lnTo>
                    <a:pt x="351599" y="160680"/>
                  </a:lnTo>
                  <a:lnTo>
                    <a:pt x="351599" y="102717"/>
                  </a:lnTo>
                  <a:lnTo>
                    <a:pt x="353771" y="96024"/>
                  </a:lnTo>
                  <a:lnTo>
                    <a:pt x="361746" y="87464"/>
                  </a:lnTo>
                  <a:lnTo>
                    <a:pt x="362026" y="87160"/>
                  </a:lnTo>
                  <a:lnTo>
                    <a:pt x="363232" y="86055"/>
                  </a:lnTo>
                  <a:lnTo>
                    <a:pt x="369303" y="83680"/>
                  </a:lnTo>
                  <a:lnTo>
                    <a:pt x="385635" y="83680"/>
                  </a:lnTo>
                  <a:lnTo>
                    <a:pt x="391922" y="86055"/>
                  </a:lnTo>
                  <a:lnTo>
                    <a:pt x="400570" y="95542"/>
                  </a:lnTo>
                  <a:lnTo>
                    <a:pt x="402742" y="102717"/>
                  </a:lnTo>
                  <a:lnTo>
                    <a:pt x="402742" y="55702"/>
                  </a:lnTo>
                  <a:lnTo>
                    <a:pt x="396405" y="53822"/>
                  </a:lnTo>
                  <a:lnTo>
                    <a:pt x="385102" y="52832"/>
                  </a:lnTo>
                  <a:lnTo>
                    <a:pt x="376580" y="53403"/>
                  </a:lnTo>
                  <a:lnTo>
                    <a:pt x="349478" y="68199"/>
                  </a:lnTo>
                  <a:lnTo>
                    <a:pt x="351485" y="55410"/>
                  </a:lnTo>
                  <a:lnTo>
                    <a:pt x="317601" y="55410"/>
                  </a:lnTo>
                  <a:lnTo>
                    <a:pt x="317601" y="254393"/>
                  </a:lnTo>
                  <a:lnTo>
                    <a:pt x="351485" y="254393"/>
                  </a:lnTo>
                  <a:lnTo>
                    <a:pt x="351294" y="206603"/>
                  </a:lnTo>
                  <a:lnTo>
                    <a:pt x="349478" y="195275"/>
                  </a:lnTo>
                  <a:lnTo>
                    <a:pt x="350088" y="196354"/>
                  </a:lnTo>
                  <a:lnTo>
                    <a:pt x="385102" y="210566"/>
                  </a:lnTo>
                  <a:lnTo>
                    <a:pt x="396405" y="209575"/>
                  </a:lnTo>
                  <a:lnTo>
                    <a:pt x="428828" y="186105"/>
                  </a:lnTo>
                  <a:lnTo>
                    <a:pt x="431609" y="179717"/>
                  </a:lnTo>
                  <a:lnTo>
                    <a:pt x="433158" y="176174"/>
                  </a:lnTo>
                  <a:lnTo>
                    <a:pt x="435749" y="164909"/>
                  </a:lnTo>
                  <a:lnTo>
                    <a:pt x="436613" y="152323"/>
                  </a:lnTo>
                  <a:lnTo>
                    <a:pt x="436613" y="110820"/>
                  </a:lnTo>
                  <a:close/>
                </a:path>
                <a:path w="1673225" h="2360295">
                  <a:moveTo>
                    <a:pt x="442277" y="2259711"/>
                  </a:moveTo>
                  <a:lnTo>
                    <a:pt x="427482" y="2217902"/>
                  </a:lnTo>
                  <a:lnTo>
                    <a:pt x="387934" y="2202218"/>
                  </a:lnTo>
                  <a:lnTo>
                    <a:pt x="372643" y="2204301"/>
                  </a:lnTo>
                  <a:lnTo>
                    <a:pt x="361302" y="2210536"/>
                  </a:lnTo>
                  <a:lnTo>
                    <a:pt x="353936" y="2220925"/>
                  </a:lnTo>
                  <a:lnTo>
                    <a:pt x="350532" y="2235466"/>
                  </a:lnTo>
                  <a:lnTo>
                    <a:pt x="350608" y="2235022"/>
                  </a:lnTo>
                  <a:lnTo>
                    <a:pt x="355892" y="2204796"/>
                  </a:lnTo>
                  <a:lnTo>
                    <a:pt x="322516" y="2204796"/>
                  </a:lnTo>
                  <a:lnTo>
                    <a:pt x="322516" y="2357374"/>
                  </a:lnTo>
                  <a:lnTo>
                    <a:pt x="356387" y="2357374"/>
                  </a:lnTo>
                  <a:lnTo>
                    <a:pt x="356450" y="2252116"/>
                  </a:lnTo>
                  <a:lnTo>
                    <a:pt x="358686" y="2245055"/>
                  </a:lnTo>
                  <a:lnTo>
                    <a:pt x="367499" y="2235466"/>
                  </a:lnTo>
                  <a:lnTo>
                    <a:pt x="367982" y="2235022"/>
                  </a:lnTo>
                  <a:lnTo>
                    <a:pt x="374294" y="2232571"/>
                  </a:lnTo>
                  <a:lnTo>
                    <a:pt x="390918" y="2232571"/>
                  </a:lnTo>
                  <a:lnTo>
                    <a:pt x="397319" y="2235022"/>
                  </a:lnTo>
                  <a:lnTo>
                    <a:pt x="401726" y="2239937"/>
                  </a:lnTo>
                  <a:lnTo>
                    <a:pt x="406184" y="2244852"/>
                  </a:lnTo>
                  <a:lnTo>
                    <a:pt x="406247" y="2245055"/>
                  </a:lnTo>
                  <a:lnTo>
                    <a:pt x="408406" y="2252116"/>
                  </a:lnTo>
                  <a:lnTo>
                    <a:pt x="408406" y="2273566"/>
                  </a:lnTo>
                  <a:lnTo>
                    <a:pt x="442277" y="2273566"/>
                  </a:lnTo>
                  <a:lnTo>
                    <a:pt x="442277" y="2259711"/>
                  </a:lnTo>
                  <a:close/>
                </a:path>
                <a:path w="1673225" h="2360295">
                  <a:moveTo>
                    <a:pt x="591299" y="112077"/>
                  </a:moveTo>
                  <a:lnTo>
                    <a:pt x="590270" y="99148"/>
                  </a:lnTo>
                  <a:lnTo>
                    <a:pt x="587222" y="87630"/>
                  </a:lnTo>
                  <a:lnTo>
                    <a:pt x="585482" y="84188"/>
                  </a:lnTo>
                  <a:lnTo>
                    <a:pt x="582117" y="77520"/>
                  </a:lnTo>
                  <a:lnTo>
                    <a:pt x="574992" y="68821"/>
                  </a:lnTo>
                  <a:lnTo>
                    <a:pt x="566166" y="61823"/>
                  </a:lnTo>
                  <a:lnTo>
                    <a:pt x="557415" y="57556"/>
                  </a:lnTo>
                  <a:lnTo>
                    <a:pt x="557415" y="102933"/>
                  </a:lnTo>
                  <a:lnTo>
                    <a:pt x="557415" y="160464"/>
                  </a:lnTo>
                  <a:lnTo>
                    <a:pt x="555193" y="167513"/>
                  </a:lnTo>
                  <a:lnTo>
                    <a:pt x="546328" y="176885"/>
                  </a:lnTo>
                  <a:lnTo>
                    <a:pt x="539851" y="179209"/>
                  </a:lnTo>
                  <a:lnTo>
                    <a:pt x="522681" y="179209"/>
                  </a:lnTo>
                  <a:lnTo>
                    <a:pt x="516166" y="176885"/>
                  </a:lnTo>
                  <a:lnTo>
                    <a:pt x="507352" y="167513"/>
                  </a:lnTo>
                  <a:lnTo>
                    <a:pt x="505155" y="160464"/>
                  </a:lnTo>
                  <a:lnTo>
                    <a:pt x="505155" y="102933"/>
                  </a:lnTo>
                  <a:lnTo>
                    <a:pt x="507352" y="95897"/>
                  </a:lnTo>
                  <a:lnTo>
                    <a:pt x="516166" y="86537"/>
                  </a:lnTo>
                  <a:lnTo>
                    <a:pt x="522681" y="84188"/>
                  </a:lnTo>
                  <a:lnTo>
                    <a:pt x="539851" y="84188"/>
                  </a:lnTo>
                  <a:lnTo>
                    <a:pt x="546328" y="86537"/>
                  </a:lnTo>
                  <a:lnTo>
                    <a:pt x="550748" y="91236"/>
                  </a:lnTo>
                  <a:lnTo>
                    <a:pt x="555193" y="95897"/>
                  </a:lnTo>
                  <a:lnTo>
                    <a:pt x="557415" y="57556"/>
                  </a:lnTo>
                  <a:lnTo>
                    <a:pt x="531279" y="52832"/>
                  </a:lnTo>
                  <a:lnTo>
                    <a:pt x="518223" y="53822"/>
                  </a:lnTo>
                  <a:lnTo>
                    <a:pt x="480364" y="77520"/>
                  </a:lnTo>
                  <a:lnTo>
                    <a:pt x="471208" y="151066"/>
                  </a:lnTo>
                  <a:lnTo>
                    <a:pt x="472224" y="164096"/>
                  </a:lnTo>
                  <a:lnTo>
                    <a:pt x="496316" y="201574"/>
                  </a:lnTo>
                  <a:lnTo>
                    <a:pt x="531279" y="210566"/>
                  </a:lnTo>
                  <a:lnTo>
                    <a:pt x="544309" y="209562"/>
                  </a:lnTo>
                  <a:lnTo>
                    <a:pt x="582117" y="185851"/>
                  </a:lnTo>
                  <a:lnTo>
                    <a:pt x="585457" y="179209"/>
                  </a:lnTo>
                  <a:lnTo>
                    <a:pt x="587222" y="175704"/>
                  </a:lnTo>
                  <a:lnTo>
                    <a:pt x="590270" y="164096"/>
                  </a:lnTo>
                  <a:lnTo>
                    <a:pt x="591299" y="151066"/>
                  </a:lnTo>
                  <a:lnTo>
                    <a:pt x="591299" y="112077"/>
                  </a:lnTo>
                  <a:close/>
                </a:path>
                <a:path w="1673225" h="2360295">
                  <a:moveTo>
                    <a:pt x="751636" y="110324"/>
                  </a:moveTo>
                  <a:lnTo>
                    <a:pt x="736841" y="68503"/>
                  </a:lnTo>
                  <a:lnTo>
                    <a:pt x="697293" y="52832"/>
                  </a:lnTo>
                  <a:lnTo>
                    <a:pt x="682002" y="54902"/>
                  </a:lnTo>
                  <a:lnTo>
                    <a:pt x="670661" y="61137"/>
                  </a:lnTo>
                  <a:lnTo>
                    <a:pt x="663295" y="71526"/>
                  </a:lnTo>
                  <a:lnTo>
                    <a:pt x="659892" y="86080"/>
                  </a:lnTo>
                  <a:lnTo>
                    <a:pt x="659968" y="85636"/>
                  </a:lnTo>
                  <a:lnTo>
                    <a:pt x="665251" y="55410"/>
                  </a:lnTo>
                  <a:lnTo>
                    <a:pt x="631875" y="55410"/>
                  </a:lnTo>
                  <a:lnTo>
                    <a:pt x="631875" y="207987"/>
                  </a:lnTo>
                  <a:lnTo>
                    <a:pt x="665746" y="207987"/>
                  </a:lnTo>
                  <a:lnTo>
                    <a:pt x="665797" y="102717"/>
                  </a:lnTo>
                  <a:lnTo>
                    <a:pt x="668032" y="95669"/>
                  </a:lnTo>
                  <a:lnTo>
                    <a:pt x="676859" y="86080"/>
                  </a:lnTo>
                  <a:lnTo>
                    <a:pt x="677341" y="85636"/>
                  </a:lnTo>
                  <a:lnTo>
                    <a:pt x="683653" y="83185"/>
                  </a:lnTo>
                  <a:lnTo>
                    <a:pt x="700278" y="83185"/>
                  </a:lnTo>
                  <a:lnTo>
                    <a:pt x="706678" y="85636"/>
                  </a:lnTo>
                  <a:lnTo>
                    <a:pt x="715543" y="95453"/>
                  </a:lnTo>
                  <a:lnTo>
                    <a:pt x="715606" y="95669"/>
                  </a:lnTo>
                  <a:lnTo>
                    <a:pt x="717765" y="102717"/>
                  </a:lnTo>
                  <a:lnTo>
                    <a:pt x="717765" y="124167"/>
                  </a:lnTo>
                  <a:lnTo>
                    <a:pt x="751636" y="124167"/>
                  </a:lnTo>
                  <a:lnTo>
                    <a:pt x="751636" y="110324"/>
                  </a:lnTo>
                  <a:close/>
                </a:path>
                <a:path w="1673225" h="2360295">
                  <a:moveTo>
                    <a:pt x="902728" y="55410"/>
                  </a:moveTo>
                  <a:lnTo>
                    <a:pt x="845997" y="55410"/>
                  </a:lnTo>
                  <a:lnTo>
                    <a:pt x="845997" y="16751"/>
                  </a:lnTo>
                  <a:lnTo>
                    <a:pt x="812050" y="16751"/>
                  </a:lnTo>
                  <a:lnTo>
                    <a:pt x="812050" y="55410"/>
                  </a:lnTo>
                  <a:lnTo>
                    <a:pt x="772071" y="55410"/>
                  </a:lnTo>
                  <a:lnTo>
                    <a:pt x="772071" y="87274"/>
                  </a:lnTo>
                  <a:lnTo>
                    <a:pt x="812050" y="87274"/>
                  </a:lnTo>
                  <a:lnTo>
                    <a:pt x="812050" y="165227"/>
                  </a:lnTo>
                  <a:lnTo>
                    <a:pt x="812787" y="174726"/>
                  </a:lnTo>
                  <a:lnTo>
                    <a:pt x="837831" y="205155"/>
                  </a:lnTo>
                  <a:lnTo>
                    <a:pt x="856132" y="207987"/>
                  </a:lnTo>
                  <a:lnTo>
                    <a:pt x="900150" y="207987"/>
                  </a:lnTo>
                  <a:lnTo>
                    <a:pt x="900150" y="176123"/>
                  </a:lnTo>
                  <a:lnTo>
                    <a:pt x="852360" y="176123"/>
                  </a:lnTo>
                  <a:lnTo>
                    <a:pt x="849706" y="175323"/>
                  </a:lnTo>
                  <a:lnTo>
                    <a:pt x="846734" y="172135"/>
                  </a:lnTo>
                  <a:lnTo>
                    <a:pt x="845997" y="169303"/>
                  </a:lnTo>
                  <a:lnTo>
                    <a:pt x="845997" y="87274"/>
                  </a:lnTo>
                  <a:lnTo>
                    <a:pt x="902728" y="87274"/>
                  </a:lnTo>
                  <a:lnTo>
                    <a:pt x="902728" y="55410"/>
                  </a:lnTo>
                  <a:close/>
                </a:path>
                <a:path w="1673225" h="2360295">
                  <a:moveTo>
                    <a:pt x="1486179" y="2164245"/>
                  </a:moveTo>
                  <a:lnTo>
                    <a:pt x="1484096" y="2159216"/>
                  </a:lnTo>
                  <a:lnTo>
                    <a:pt x="1475790" y="2151354"/>
                  </a:lnTo>
                  <a:lnTo>
                    <a:pt x="1470494" y="2149386"/>
                  </a:lnTo>
                  <a:lnTo>
                    <a:pt x="1452486" y="2149386"/>
                  </a:lnTo>
                  <a:lnTo>
                    <a:pt x="1447203" y="2151354"/>
                  </a:lnTo>
                  <a:lnTo>
                    <a:pt x="1438884" y="2159216"/>
                  </a:lnTo>
                  <a:lnTo>
                    <a:pt x="1436814" y="2164245"/>
                  </a:lnTo>
                  <a:lnTo>
                    <a:pt x="1436814" y="2176627"/>
                  </a:lnTo>
                  <a:lnTo>
                    <a:pt x="1438846" y="2181631"/>
                  </a:lnTo>
                  <a:lnTo>
                    <a:pt x="1442923" y="2185403"/>
                  </a:lnTo>
                  <a:lnTo>
                    <a:pt x="1447038" y="2189137"/>
                  </a:lnTo>
                  <a:lnTo>
                    <a:pt x="1452359" y="2191004"/>
                  </a:lnTo>
                  <a:lnTo>
                    <a:pt x="1470418" y="2191004"/>
                  </a:lnTo>
                  <a:lnTo>
                    <a:pt x="1475689" y="2189137"/>
                  </a:lnTo>
                  <a:lnTo>
                    <a:pt x="1484096" y="2181631"/>
                  </a:lnTo>
                  <a:lnTo>
                    <a:pt x="1486179" y="2176627"/>
                  </a:lnTo>
                  <a:lnTo>
                    <a:pt x="1486179" y="2164245"/>
                  </a:lnTo>
                  <a:close/>
                </a:path>
                <a:path w="1673225" h="2360295">
                  <a:moveTo>
                    <a:pt x="1528749" y="2325509"/>
                  </a:moveTo>
                  <a:lnTo>
                    <a:pt x="1481010" y="2325509"/>
                  </a:lnTo>
                  <a:lnTo>
                    <a:pt x="1481010" y="2204796"/>
                  </a:lnTo>
                  <a:lnTo>
                    <a:pt x="1403248" y="2204796"/>
                  </a:lnTo>
                  <a:lnTo>
                    <a:pt x="1403248" y="2236660"/>
                  </a:lnTo>
                  <a:lnTo>
                    <a:pt x="1447076" y="2236660"/>
                  </a:lnTo>
                  <a:lnTo>
                    <a:pt x="1447076" y="2325509"/>
                  </a:lnTo>
                  <a:lnTo>
                    <a:pt x="1396822" y="2325509"/>
                  </a:lnTo>
                  <a:lnTo>
                    <a:pt x="1396822" y="2357374"/>
                  </a:lnTo>
                  <a:lnTo>
                    <a:pt x="1528749" y="2357374"/>
                  </a:lnTo>
                  <a:lnTo>
                    <a:pt x="1528749" y="2325509"/>
                  </a:lnTo>
                  <a:close/>
                </a:path>
                <a:path w="1673225" h="2360295">
                  <a:moveTo>
                    <a:pt x="1673098" y="2256561"/>
                  </a:moveTo>
                  <a:lnTo>
                    <a:pt x="1672209" y="2244890"/>
                  </a:lnTo>
                  <a:lnTo>
                    <a:pt x="1669554" y="2234425"/>
                  </a:lnTo>
                  <a:lnTo>
                    <a:pt x="1668665" y="2232571"/>
                  </a:lnTo>
                  <a:lnTo>
                    <a:pt x="1665135" y="2225179"/>
                  </a:lnTo>
                  <a:lnTo>
                    <a:pt x="1632331" y="2203158"/>
                  </a:lnTo>
                  <a:lnTo>
                    <a:pt x="1621091" y="2202218"/>
                  </a:lnTo>
                  <a:lnTo>
                    <a:pt x="1612468" y="2202777"/>
                  </a:lnTo>
                  <a:lnTo>
                    <a:pt x="1586649" y="2216404"/>
                  </a:lnTo>
                  <a:lnTo>
                    <a:pt x="1586674" y="2216200"/>
                  </a:lnTo>
                  <a:lnTo>
                    <a:pt x="1588465" y="2204796"/>
                  </a:lnTo>
                  <a:lnTo>
                    <a:pt x="1554594" y="2204796"/>
                  </a:lnTo>
                  <a:lnTo>
                    <a:pt x="1554594" y="2357374"/>
                  </a:lnTo>
                  <a:lnTo>
                    <a:pt x="1588465" y="2357374"/>
                  </a:lnTo>
                  <a:lnTo>
                    <a:pt x="1588465" y="2252281"/>
                  </a:lnTo>
                  <a:lnTo>
                    <a:pt x="1588985" y="2250617"/>
                  </a:lnTo>
                  <a:lnTo>
                    <a:pt x="1590890" y="2244890"/>
                  </a:lnTo>
                  <a:lnTo>
                    <a:pt x="1598180" y="2236851"/>
                  </a:lnTo>
                  <a:lnTo>
                    <a:pt x="1599971" y="2234882"/>
                  </a:lnTo>
                  <a:lnTo>
                    <a:pt x="1600288" y="2234882"/>
                  </a:lnTo>
                  <a:lnTo>
                    <a:pt x="1606156" y="2232571"/>
                  </a:lnTo>
                  <a:lnTo>
                    <a:pt x="1622120" y="2232571"/>
                  </a:lnTo>
                  <a:lnTo>
                    <a:pt x="1628178" y="2234882"/>
                  </a:lnTo>
                  <a:lnTo>
                    <a:pt x="1632546" y="2239492"/>
                  </a:lnTo>
                  <a:lnTo>
                    <a:pt x="1636953" y="2244077"/>
                  </a:lnTo>
                  <a:lnTo>
                    <a:pt x="1639163" y="2250617"/>
                  </a:lnTo>
                  <a:lnTo>
                    <a:pt x="1639163" y="2357374"/>
                  </a:lnTo>
                  <a:lnTo>
                    <a:pt x="1673098" y="2357374"/>
                  </a:lnTo>
                  <a:lnTo>
                    <a:pt x="1673098" y="2256561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6018283"/>
            <a:ext cx="14575155" cy="1167130"/>
          </a:xfrm>
          <a:custGeom>
            <a:avLst/>
            <a:gdLst/>
            <a:ahLst/>
            <a:cxnLst/>
            <a:rect l="l" t="t" r="r" b="b"/>
            <a:pathLst>
              <a:path w="14575155" h="1167129">
                <a:moveTo>
                  <a:pt x="14498413" y="1166811"/>
                </a:moveTo>
                <a:lnTo>
                  <a:pt x="76505" y="1166811"/>
                </a:lnTo>
                <a:lnTo>
                  <a:pt x="71180" y="1166287"/>
                </a:lnTo>
                <a:lnTo>
                  <a:pt x="31920" y="1150024"/>
                </a:lnTo>
                <a:lnTo>
                  <a:pt x="4175" y="1111297"/>
                </a:lnTo>
                <a:lnTo>
                  <a:pt x="0" y="1090306"/>
                </a:lnTo>
                <a:lnTo>
                  <a:pt x="0" y="1084930"/>
                </a:lnTo>
                <a:lnTo>
                  <a:pt x="0" y="76504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3"/>
                </a:lnTo>
                <a:lnTo>
                  <a:pt x="14574918" y="76504"/>
                </a:lnTo>
                <a:lnTo>
                  <a:pt x="14574918" y="1090306"/>
                </a:lnTo>
                <a:lnTo>
                  <a:pt x="14558132" y="1134891"/>
                </a:lnTo>
                <a:lnTo>
                  <a:pt x="14519404" y="1162636"/>
                </a:lnTo>
                <a:lnTo>
                  <a:pt x="14503737" y="1166287"/>
                </a:lnTo>
                <a:lnTo>
                  <a:pt x="14498413" y="116681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34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86"/>
            <a:ext cx="102352" cy="1023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681621" y="1862793"/>
            <a:ext cx="2825115" cy="429895"/>
          </a:xfrm>
          <a:custGeom>
            <a:avLst/>
            <a:gdLst/>
            <a:ahLst/>
            <a:cxnLst/>
            <a:rect l="l" t="t" r="r" b="b"/>
            <a:pathLst>
              <a:path w="2825115" h="429894">
                <a:moveTo>
                  <a:pt x="2748409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4" y="4175"/>
                </a:lnTo>
                <a:lnTo>
                  <a:pt x="76505" y="0"/>
                </a:lnTo>
                <a:lnTo>
                  <a:pt x="2748409" y="0"/>
                </a:lnTo>
                <a:lnTo>
                  <a:pt x="2792993" y="16786"/>
                </a:lnTo>
                <a:lnTo>
                  <a:pt x="2820738" y="55513"/>
                </a:lnTo>
                <a:lnTo>
                  <a:pt x="2824914" y="76505"/>
                </a:lnTo>
                <a:lnTo>
                  <a:pt x="2824914" y="353373"/>
                </a:lnTo>
                <a:lnTo>
                  <a:pt x="2808127" y="397957"/>
                </a:lnTo>
                <a:lnTo>
                  <a:pt x="2769399" y="425702"/>
                </a:lnTo>
                <a:lnTo>
                  <a:pt x="2753734" y="429353"/>
                </a:lnTo>
                <a:lnTo>
                  <a:pt x="2748409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5720" y="1174571"/>
            <a:ext cx="9151620" cy="43967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125"/>
              </a:spcBef>
            </a:pP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More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complex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than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tokenization</a:t>
            </a:r>
            <a:endParaRPr sz="2550">
              <a:latin typeface="Tahoma"/>
              <a:cs typeface="Tahoma"/>
            </a:endParaRPr>
          </a:p>
          <a:p>
            <a:pPr marL="233679">
              <a:lnSpc>
                <a:spcPct val="100000"/>
              </a:lnSpc>
              <a:spcBef>
                <a:spcPts val="2100"/>
              </a:spcBef>
              <a:tabLst>
                <a:tab pos="2088514" algn="l"/>
              </a:tabLst>
            </a:pPr>
            <a:r>
              <a:rPr sz="2550" spc="-8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part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DependencyParser</a:t>
            </a:r>
            <a:r>
              <a:rPr sz="2250" spc="36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component</a:t>
            </a: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2550">
              <a:latin typeface="Tahoma"/>
              <a:cs typeface="Tahoma"/>
            </a:endParaRPr>
          </a:p>
          <a:p>
            <a:pPr marL="1094740">
              <a:lnSpc>
                <a:spcPct val="100000"/>
              </a:lnSpc>
            </a:pP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nlp</a:t>
            </a:r>
            <a:r>
              <a:rPr sz="2000" spc="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000" spc="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spacy.load(</a:t>
            </a:r>
            <a:r>
              <a:rPr sz="2000" spc="-10" dirty="0">
                <a:solidFill>
                  <a:srgbClr val="BE2F72"/>
                </a:solidFill>
                <a:latin typeface="Courier New"/>
                <a:cs typeface="Courier New"/>
              </a:rPr>
              <a:t>"en_core_web_sm"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000">
              <a:latin typeface="Courier New"/>
              <a:cs typeface="Courier New"/>
            </a:endParaRPr>
          </a:p>
          <a:p>
            <a:pPr marL="12700" marR="5080">
              <a:lnSpc>
                <a:spcPct val="141000"/>
              </a:lnSpc>
            </a:pP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text</a:t>
            </a:r>
            <a:r>
              <a:rPr sz="2000" spc="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000" spc="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"We</a:t>
            </a:r>
            <a:r>
              <a:rPr sz="2000" spc="5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are</a:t>
            </a:r>
            <a:r>
              <a:rPr sz="2000" spc="5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learning</a:t>
            </a:r>
            <a:r>
              <a:rPr sz="2000" spc="5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NLP.</a:t>
            </a:r>
            <a:r>
              <a:rPr sz="2000" spc="5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This</a:t>
            </a:r>
            <a:r>
              <a:rPr sz="2000" spc="5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course</a:t>
            </a:r>
            <a:r>
              <a:rPr sz="2000" spc="5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introduces</a:t>
            </a:r>
            <a:r>
              <a:rPr sz="2000" spc="5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BE2F72"/>
                </a:solidFill>
                <a:latin typeface="Courier New"/>
                <a:cs typeface="Courier New"/>
              </a:rPr>
              <a:t>spaCy."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doc</a:t>
            </a:r>
            <a:r>
              <a:rPr sz="2000" spc="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000" spc="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nlp(text)</a:t>
            </a:r>
            <a:endParaRPr sz="2000">
              <a:latin typeface="Courier New"/>
              <a:cs typeface="Courier New"/>
            </a:endParaRPr>
          </a:p>
          <a:p>
            <a:pPr marL="631190" marR="5728335" indent="-635">
              <a:lnSpc>
                <a:spcPct val="141000"/>
              </a:lnSpc>
              <a:tabLst>
                <a:tab pos="1868170" algn="l"/>
              </a:tabLst>
            </a:pPr>
            <a:r>
              <a:rPr sz="2000" spc="-20" dirty="0">
                <a:solidFill>
                  <a:srgbClr val="04182D"/>
                </a:solidFill>
                <a:latin typeface="Courier New"/>
                <a:cs typeface="Courier New"/>
              </a:rPr>
              <a:t>sent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doc.sents: </a:t>
            </a:r>
            <a:r>
              <a:rPr sz="2000" spc="-1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(sent.text)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720" y="6098109"/>
            <a:ext cx="4511675" cy="88519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We</a:t>
            </a:r>
            <a:r>
              <a:rPr sz="2000" spc="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are</a:t>
            </a:r>
            <a:r>
              <a:rPr sz="2000" spc="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learning</a:t>
            </a:r>
            <a:r>
              <a:rPr sz="2000" spc="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NLP.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This</a:t>
            </a:r>
            <a:r>
              <a:rPr sz="2000" spc="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course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introduces</a:t>
            </a:r>
            <a:r>
              <a:rPr sz="2000" spc="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spaCy.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289" y="3131958"/>
            <a:ext cx="14575155" cy="2292985"/>
            <a:chOff x="491289" y="3131958"/>
            <a:chExt cx="14575155" cy="2292985"/>
          </a:xfrm>
        </p:grpSpPr>
        <p:sp>
          <p:nvSpPr>
            <p:cNvPr id="3" name="object 3"/>
            <p:cNvSpPr/>
            <p:nvPr/>
          </p:nvSpPr>
          <p:spPr>
            <a:xfrm>
              <a:off x="491289" y="3131958"/>
              <a:ext cx="14575155" cy="2292985"/>
            </a:xfrm>
            <a:custGeom>
              <a:avLst/>
              <a:gdLst/>
              <a:ahLst/>
              <a:cxnLst/>
              <a:rect l="l" t="t" r="r" b="b"/>
              <a:pathLst>
                <a:path w="14575155" h="2292985">
                  <a:moveTo>
                    <a:pt x="14498413" y="2292683"/>
                  </a:moveTo>
                  <a:lnTo>
                    <a:pt x="76505" y="2292683"/>
                  </a:lnTo>
                  <a:lnTo>
                    <a:pt x="71180" y="2292159"/>
                  </a:lnTo>
                  <a:lnTo>
                    <a:pt x="31920" y="2275896"/>
                  </a:lnTo>
                  <a:lnTo>
                    <a:pt x="4175" y="2237169"/>
                  </a:lnTo>
                  <a:lnTo>
                    <a:pt x="0" y="2216177"/>
                  </a:lnTo>
                  <a:lnTo>
                    <a:pt x="0" y="2210802"/>
                  </a:lnTo>
                  <a:lnTo>
                    <a:pt x="0" y="76505"/>
                  </a:lnTo>
                  <a:lnTo>
                    <a:pt x="16786" y="31919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2216177"/>
                  </a:lnTo>
                  <a:lnTo>
                    <a:pt x="14558132" y="2260763"/>
                  </a:lnTo>
                  <a:lnTo>
                    <a:pt x="14519404" y="2288507"/>
                  </a:lnTo>
                  <a:lnTo>
                    <a:pt x="14503737" y="2292159"/>
                  </a:lnTo>
                  <a:lnTo>
                    <a:pt x="14498413" y="2292683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7989" y="3412616"/>
              <a:ext cx="6332220" cy="1708150"/>
            </a:xfrm>
            <a:custGeom>
              <a:avLst/>
              <a:gdLst/>
              <a:ahLst/>
              <a:cxnLst/>
              <a:rect l="l" t="t" r="r" b="b"/>
              <a:pathLst>
                <a:path w="6332220" h="1708150">
                  <a:moveTo>
                    <a:pt x="99288" y="16522"/>
                  </a:moveTo>
                  <a:lnTo>
                    <a:pt x="96977" y="10922"/>
                  </a:lnTo>
                  <a:lnTo>
                    <a:pt x="87744" y="2197"/>
                  </a:lnTo>
                  <a:lnTo>
                    <a:pt x="81864" y="0"/>
                  </a:lnTo>
                  <a:lnTo>
                    <a:pt x="61861" y="0"/>
                  </a:lnTo>
                  <a:lnTo>
                    <a:pt x="55981" y="2197"/>
                  </a:lnTo>
                  <a:lnTo>
                    <a:pt x="46748" y="10922"/>
                  </a:lnTo>
                  <a:lnTo>
                    <a:pt x="44437" y="16522"/>
                  </a:lnTo>
                  <a:lnTo>
                    <a:pt x="44437" y="30276"/>
                  </a:lnTo>
                  <a:lnTo>
                    <a:pt x="46697" y="35826"/>
                  </a:lnTo>
                  <a:lnTo>
                    <a:pt x="51219" y="40030"/>
                  </a:lnTo>
                  <a:lnTo>
                    <a:pt x="55791" y="44183"/>
                  </a:lnTo>
                  <a:lnTo>
                    <a:pt x="61722" y="46253"/>
                  </a:lnTo>
                  <a:lnTo>
                    <a:pt x="81775" y="46253"/>
                  </a:lnTo>
                  <a:lnTo>
                    <a:pt x="87630" y="44183"/>
                  </a:lnTo>
                  <a:lnTo>
                    <a:pt x="96977" y="35826"/>
                  </a:lnTo>
                  <a:lnTo>
                    <a:pt x="99288" y="30276"/>
                  </a:lnTo>
                  <a:lnTo>
                    <a:pt x="99288" y="16522"/>
                  </a:lnTo>
                  <a:close/>
                </a:path>
                <a:path w="6332220" h="1708150">
                  <a:moveTo>
                    <a:pt x="146583" y="195707"/>
                  </a:moveTo>
                  <a:lnTo>
                    <a:pt x="93548" y="195707"/>
                  </a:lnTo>
                  <a:lnTo>
                    <a:pt x="93548" y="61582"/>
                  </a:lnTo>
                  <a:lnTo>
                    <a:pt x="7137" y="61582"/>
                  </a:lnTo>
                  <a:lnTo>
                    <a:pt x="7137" y="96977"/>
                  </a:lnTo>
                  <a:lnTo>
                    <a:pt x="55841" y="96977"/>
                  </a:lnTo>
                  <a:lnTo>
                    <a:pt x="55841" y="195707"/>
                  </a:lnTo>
                  <a:lnTo>
                    <a:pt x="0" y="195707"/>
                  </a:lnTo>
                  <a:lnTo>
                    <a:pt x="0" y="231101"/>
                  </a:lnTo>
                  <a:lnTo>
                    <a:pt x="146583" y="231101"/>
                  </a:lnTo>
                  <a:lnTo>
                    <a:pt x="146583" y="195707"/>
                  </a:lnTo>
                  <a:close/>
                </a:path>
                <a:path w="6332220" h="1708150">
                  <a:moveTo>
                    <a:pt x="313918" y="105371"/>
                  </a:moveTo>
                  <a:lnTo>
                    <a:pt x="313309" y="95567"/>
                  </a:lnTo>
                  <a:lnTo>
                    <a:pt x="312242" y="90398"/>
                  </a:lnTo>
                  <a:lnTo>
                    <a:pt x="311467" y="86690"/>
                  </a:lnTo>
                  <a:lnTo>
                    <a:pt x="310819" y="85013"/>
                  </a:lnTo>
                  <a:lnTo>
                    <a:pt x="310743" y="84810"/>
                  </a:lnTo>
                  <a:lnTo>
                    <a:pt x="276771" y="58712"/>
                  </a:lnTo>
                  <a:lnTo>
                    <a:pt x="268414" y="58712"/>
                  </a:lnTo>
                  <a:lnTo>
                    <a:pt x="261734" y="61010"/>
                  </a:lnTo>
                  <a:lnTo>
                    <a:pt x="260883" y="61582"/>
                  </a:lnTo>
                  <a:lnTo>
                    <a:pt x="250063" y="70840"/>
                  </a:lnTo>
                  <a:lnTo>
                    <a:pt x="249758" y="71767"/>
                  </a:lnTo>
                  <a:lnTo>
                    <a:pt x="249199" y="70205"/>
                  </a:lnTo>
                  <a:lnTo>
                    <a:pt x="248323" y="69481"/>
                  </a:lnTo>
                  <a:lnTo>
                    <a:pt x="248323" y="78765"/>
                  </a:lnTo>
                  <a:lnTo>
                    <a:pt x="248069" y="77038"/>
                  </a:lnTo>
                  <a:lnTo>
                    <a:pt x="248183" y="76669"/>
                  </a:lnTo>
                  <a:lnTo>
                    <a:pt x="248208" y="77038"/>
                  </a:lnTo>
                  <a:lnTo>
                    <a:pt x="248323" y="78765"/>
                  </a:lnTo>
                  <a:lnTo>
                    <a:pt x="248323" y="69481"/>
                  </a:lnTo>
                  <a:lnTo>
                    <a:pt x="243738" y="65633"/>
                  </a:lnTo>
                  <a:lnTo>
                    <a:pt x="238328" y="61010"/>
                  </a:lnTo>
                  <a:lnTo>
                    <a:pt x="231660" y="58712"/>
                  </a:lnTo>
                  <a:lnTo>
                    <a:pt x="215379" y="58712"/>
                  </a:lnTo>
                  <a:lnTo>
                    <a:pt x="208813" y="61010"/>
                  </a:lnTo>
                  <a:lnTo>
                    <a:pt x="208572" y="61010"/>
                  </a:lnTo>
                  <a:lnTo>
                    <a:pt x="201422" y="67246"/>
                  </a:lnTo>
                  <a:lnTo>
                    <a:pt x="202463" y="61582"/>
                  </a:lnTo>
                  <a:lnTo>
                    <a:pt x="196519" y="61582"/>
                  </a:lnTo>
                  <a:lnTo>
                    <a:pt x="196519" y="84455"/>
                  </a:lnTo>
                  <a:lnTo>
                    <a:pt x="195110" y="77038"/>
                  </a:lnTo>
                  <a:lnTo>
                    <a:pt x="195237" y="76669"/>
                  </a:lnTo>
                  <a:lnTo>
                    <a:pt x="195275" y="77038"/>
                  </a:lnTo>
                  <a:lnTo>
                    <a:pt x="195440" y="78765"/>
                  </a:lnTo>
                  <a:lnTo>
                    <a:pt x="196519" y="84455"/>
                  </a:lnTo>
                  <a:lnTo>
                    <a:pt x="196519" y="61582"/>
                  </a:lnTo>
                  <a:lnTo>
                    <a:pt x="167894" y="61582"/>
                  </a:lnTo>
                  <a:lnTo>
                    <a:pt x="167894" y="231101"/>
                  </a:lnTo>
                  <a:lnTo>
                    <a:pt x="203581" y="231101"/>
                  </a:lnTo>
                  <a:lnTo>
                    <a:pt x="203581" y="99644"/>
                  </a:lnTo>
                  <a:lnTo>
                    <a:pt x="204444" y="95948"/>
                  </a:lnTo>
                  <a:lnTo>
                    <a:pt x="207937" y="91516"/>
                  </a:lnTo>
                  <a:lnTo>
                    <a:pt x="210464" y="90398"/>
                  </a:lnTo>
                  <a:lnTo>
                    <a:pt x="217182" y="90398"/>
                  </a:lnTo>
                  <a:lnTo>
                    <a:pt x="219697" y="91516"/>
                  </a:lnTo>
                  <a:lnTo>
                    <a:pt x="223405" y="95948"/>
                  </a:lnTo>
                  <a:lnTo>
                    <a:pt x="224548" y="99644"/>
                  </a:lnTo>
                  <a:lnTo>
                    <a:pt x="224637" y="231101"/>
                  </a:lnTo>
                  <a:lnTo>
                    <a:pt x="257175" y="231101"/>
                  </a:lnTo>
                  <a:lnTo>
                    <a:pt x="257200" y="99644"/>
                  </a:lnTo>
                  <a:lnTo>
                    <a:pt x="258229" y="95948"/>
                  </a:lnTo>
                  <a:lnTo>
                    <a:pt x="262013" y="91516"/>
                  </a:lnTo>
                  <a:lnTo>
                    <a:pt x="264566" y="90398"/>
                  </a:lnTo>
                  <a:lnTo>
                    <a:pt x="271284" y="90398"/>
                  </a:lnTo>
                  <a:lnTo>
                    <a:pt x="273748" y="91516"/>
                  </a:lnTo>
                  <a:lnTo>
                    <a:pt x="277139" y="95948"/>
                  </a:lnTo>
                  <a:lnTo>
                    <a:pt x="278155" y="99644"/>
                  </a:lnTo>
                  <a:lnTo>
                    <a:pt x="278231" y="231101"/>
                  </a:lnTo>
                  <a:lnTo>
                    <a:pt x="313918" y="231101"/>
                  </a:lnTo>
                  <a:lnTo>
                    <a:pt x="313918" y="105371"/>
                  </a:lnTo>
                  <a:close/>
                </a:path>
                <a:path w="6332220" h="1708150">
                  <a:moveTo>
                    <a:pt x="479577" y="123151"/>
                  </a:moveTo>
                  <a:lnTo>
                    <a:pt x="478612" y="109283"/>
                  </a:lnTo>
                  <a:lnTo>
                    <a:pt x="475729" y="96862"/>
                  </a:lnTo>
                  <a:lnTo>
                    <a:pt x="474027" y="92989"/>
                  </a:lnTo>
                  <a:lnTo>
                    <a:pt x="470916" y="85877"/>
                  </a:lnTo>
                  <a:lnTo>
                    <a:pt x="464185" y="76339"/>
                  </a:lnTo>
                  <a:lnTo>
                    <a:pt x="455815" y="68630"/>
                  </a:lnTo>
                  <a:lnTo>
                    <a:pt x="446062" y="63119"/>
                  </a:lnTo>
                  <a:lnTo>
                    <a:pt x="441934" y="61899"/>
                  </a:lnTo>
                  <a:lnTo>
                    <a:pt x="441934" y="114147"/>
                  </a:lnTo>
                  <a:lnTo>
                    <a:pt x="441934" y="178536"/>
                  </a:lnTo>
                  <a:lnTo>
                    <a:pt x="439534" y="186512"/>
                  </a:lnTo>
                  <a:lnTo>
                    <a:pt x="430009" y="196964"/>
                  </a:lnTo>
                  <a:lnTo>
                    <a:pt x="422922" y="199694"/>
                  </a:lnTo>
                  <a:lnTo>
                    <a:pt x="404774" y="199694"/>
                  </a:lnTo>
                  <a:lnTo>
                    <a:pt x="385114" y="178536"/>
                  </a:lnTo>
                  <a:lnTo>
                    <a:pt x="385114" y="114147"/>
                  </a:lnTo>
                  <a:lnTo>
                    <a:pt x="387515" y="106705"/>
                  </a:lnTo>
                  <a:lnTo>
                    <a:pt x="396392" y="97193"/>
                  </a:lnTo>
                  <a:lnTo>
                    <a:pt x="396697" y="96862"/>
                  </a:lnTo>
                  <a:lnTo>
                    <a:pt x="398030" y="95631"/>
                  </a:lnTo>
                  <a:lnTo>
                    <a:pt x="404774" y="92989"/>
                  </a:lnTo>
                  <a:lnTo>
                    <a:pt x="422922" y="92989"/>
                  </a:lnTo>
                  <a:lnTo>
                    <a:pt x="429920" y="95631"/>
                  </a:lnTo>
                  <a:lnTo>
                    <a:pt x="439534" y="106172"/>
                  </a:lnTo>
                  <a:lnTo>
                    <a:pt x="441934" y="114147"/>
                  </a:lnTo>
                  <a:lnTo>
                    <a:pt x="441934" y="61899"/>
                  </a:lnTo>
                  <a:lnTo>
                    <a:pt x="434898" y="59804"/>
                  </a:lnTo>
                  <a:lnTo>
                    <a:pt x="422338" y="58712"/>
                  </a:lnTo>
                  <a:lnTo>
                    <a:pt x="412864" y="59347"/>
                  </a:lnTo>
                  <a:lnTo>
                    <a:pt x="382752" y="75793"/>
                  </a:lnTo>
                  <a:lnTo>
                    <a:pt x="384975" y="61582"/>
                  </a:lnTo>
                  <a:lnTo>
                    <a:pt x="378472" y="61582"/>
                  </a:lnTo>
                  <a:lnTo>
                    <a:pt x="378472" y="195986"/>
                  </a:lnTo>
                  <a:lnTo>
                    <a:pt x="378434" y="196964"/>
                  </a:lnTo>
                  <a:lnTo>
                    <a:pt x="378320" y="199694"/>
                  </a:lnTo>
                  <a:lnTo>
                    <a:pt x="378117" y="204355"/>
                  </a:lnTo>
                  <a:lnTo>
                    <a:pt x="378472" y="195986"/>
                  </a:lnTo>
                  <a:lnTo>
                    <a:pt x="378472" y="61582"/>
                  </a:lnTo>
                  <a:lnTo>
                    <a:pt x="347332" y="61582"/>
                  </a:lnTo>
                  <a:lnTo>
                    <a:pt x="347332" y="282676"/>
                  </a:lnTo>
                  <a:lnTo>
                    <a:pt x="384975" y="282676"/>
                  </a:lnTo>
                  <a:lnTo>
                    <a:pt x="384771" y="229565"/>
                  </a:lnTo>
                  <a:lnTo>
                    <a:pt x="382752" y="216979"/>
                  </a:lnTo>
                  <a:lnTo>
                    <a:pt x="383425" y="218173"/>
                  </a:lnTo>
                  <a:lnTo>
                    <a:pt x="422338" y="233972"/>
                  </a:lnTo>
                  <a:lnTo>
                    <a:pt x="434898" y="232867"/>
                  </a:lnTo>
                  <a:lnTo>
                    <a:pt x="470916" y="206794"/>
                  </a:lnTo>
                  <a:lnTo>
                    <a:pt x="479577" y="169252"/>
                  </a:lnTo>
                  <a:lnTo>
                    <a:pt x="479577" y="123151"/>
                  </a:lnTo>
                  <a:close/>
                </a:path>
                <a:path w="6332220" h="1708150">
                  <a:moveTo>
                    <a:pt x="651522" y="124548"/>
                  </a:moveTo>
                  <a:lnTo>
                    <a:pt x="641324" y="86144"/>
                  </a:lnTo>
                  <a:lnTo>
                    <a:pt x="613879" y="63957"/>
                  </a:lnTo>
                  <a:lnTo>
                    <a:pt x="613879" y="114376"/>
                  </a:lnTo>
                  <a:lnTo>
                    <a:pt x="613879" y="178308"/>
                  </a:lnTo>
                  <a:lnTo>
                    <a:pt x="611403" y="186143"/>
                  </a:lnTo>
                  <a:lnTo>
                    <a:pt x="601573" y="196545"/>
                  </a:lnTo>
                  <a:lnTo>
                    <a:pt x="594360" y="199136"/>
                  </a:lnTo>
                  <a:lnTo>
                    <a:pt x="575284" y="199136"/>
                  </a:lnTo>
                  <a:lnTo>
                    <a:pt x="568058" y="196545"/>
                  </a:lnTo>
                  <a:lnTo>
                    <a:pt x="558253" y="186143"/>
                  </a:lnTo>
                  <a:lnTo>
                    <a:pt x="555802" y="178308"/>
                  </a:lnTo>
                  <a:lnTo>
                    <a:pt x="555802" y="114376"/>
                  </a:lnTo>
                  <a:lnTo>
                    <a:pt x="558253" y="106565"/>
                  </a:lnTo>
                  <a:lnTo>
                    <a:pt x="568058" y="96164"/>
                  </a:lnTo>
                  <a:lnTo>
                    <a:pt x="575284" y="93548"/>
                  </a:lnTo>
                  <a:lnTo>
                    <a:pt x="594360" y="93548"/>
                  </a:lnTo>
                  <a:lnTo>
                    <a:pt x="601573" y="96164"/>
                  </a:lnTo>
                  <a:lnTo>
                    <a:pt x="606463" y="101384"/>
                  </a:lnTo>
                  <a:lnTo>
                    <a:pt x="611403" y="106565"/>
                  </a:lnTo>
                  <a:lnTo>
                    <a:pt x="613879" y="63957"/>
                  </a:lnTo>
                  <a:lnTo>
                    <a:pt x="584847" y="58712"/>
                  </a:lnTo>
                  <a:lnTo>
                    <a:pt x="570331" y="59817"/>
                  </a:lnTo>
                  <a:lnTo>
                    <a:pt x="528269" y="86144"/>
                  </a:lnTo>
                  <a:lnTo>
                    <a:pt x="518121" y="124548"/>
                  </a:lnTo>
                  <a:lnTo>
                    <a:pt x="518096" y="167855"/>
                  </a:lnTo>
                  <a:lnTo>
                    <a:pt x="519226" y="182346"/>
                  </a:lnTo>
                  <a:lnTo>
                    <a:pt x="545985" y="223977"/>
                  </a:lnTo>
                  <a:lnTo>
                    <a:pt x="584847" y="233972"/>
                  </a:lnTo>
                  <a:lnTo>
                    <a:pt x="599325" y="232867"/>
                  </a:lnTo>
                  <a:lnTo>
                    <a:pt x="641324" y="206514"/>
                  </a:lnTo>
                  <a:lnTo>
                    <a:pt x="651522" y="167855"/>
                  </a:lnTo>
                  <a:lnTo>
                    <a:pt x="651522" y="124548"/>
                  </a:lnTo>
                  <a:close/>
                </a:path>
                <a:path w="6332220" h="1708150">
                  <a:moveTo>
                    <a:pt x="829767" y="122593"/>
                  </a:moveTo>
                  <a:lnTo>
                    <a:pt x="828738" y="108800"/>
                  </a:lnTo>
                  <a:lnTo>
                    <a:pt x="825665" y="96456"/>
                  </a:lnTo>
                  <a:lnTo>
                    <a:pt x="823760" y="92430"/>
                  </a:lnTo>
                  <a:lnTo>
                    <a:pt x="820521" y="85559"/>
                  </a:lnTo>
                  <a:lnTo>
                    <a:pt x="782447" y="59791"/>
                  </a:lnTo>
                  <a:lnTo>
                    <a:pt x="769391" y="58712"/>
                  </a:lnTo>
                  <a:lnTo>
                    <a:pt x="752386" y="61010"/>
                  </a:lnTo>
                  <a:lnTo>
                    <a:pt x="739787" y="67945"/>
                  </a:lnTo>
                  <a:lnTo>
                    <a:pt x="731608" y="79489"/>
                  </a:lnTo>
                  <a:lnTo>
                    <a:pt x="727824" y="95656"/>
                  </a:lnTo>
                  <a:lnTo>
                    <a:pt x="727913" y="95161"/>
                  </a:lnTo>
                  <a:lnTo>
                    <a:pt x="733780" y="61582"/>
                  </a:lnTo>
                  <a:lnTo>
                    <a:pt x="696696" y="61582"/>
                  </a:lnTo>
                  <a:lnTo>
                    <a:pt x="696696" y="231101"/>
                  </a:lnTo>
                  <a:lnTo>
                    <a:pt x="734339" y="231101"/>
                  </a:lnTo>
                  <a:lnTo>
                    <a:pt x="734390" y="114147"/>
                  </a:lnTo>
                  <a:lnTo>
                    <a:pt x="736879" y="106311"/>
                  </a:lnTo>
                  <a:lnTo>
                    <a:pt x="746683" y="95656"/>
                  </a:lnTo>
                  <a:lnTo>
                    <a:pt x="747217" y="95161"/>
                  </a:lnTo>
                  <a:lnTo>
                    <a:pt x="754227" y="92430"/>
                  </a:lnTo>
                  <a:lnTo>
                    <a:pt x="772706" y="92430"/>
                  </a:lnTo>
                  <a:lnTo>
                    <a:pt x="779818" y="95161"/>
                  </a:lnTo>
                  <a:lnTo>
                    <a:pt x="789660" y="106070"/>
                  </a:lnTo>
                  <a:lnTo>
                    <a:pt x="789724" y="106311"/>
                  </a:lnTo>
                  <a:lnTo>
                    <a:pt x="792124" y="114147"/>
                  </a:lnTo>
                  <a:lnTo>
                    <a:pt x="792124" y="137985"/>
                  </a:lnTo>
                  <a:lnTo>
                    <a:pt x="829767" y="137985"/>
                  </a:lnTo>
                  <a:lnTo>
                    <a:pt x="829767" y="122593"/>
                  </a:lnTo>
                  <a:close/>
                </a:path>
                <a:path w="6332220" h="1708150">
                  <a:moveTo>
                    <a:pt x="997737" y="61582"/>
                  </a:moveTo>
                  <a:lnTo>
                    <a:pt x="934694" y="61582"/>
                  </a:lnTo>
                  <a:lnTo>
                    <a:pt x="934694" y="18618"/>
                  </a:lnTo>
                  <a:lnTo>
                    <a:pt x="896975" y="18618"/>
                  </a:lnTo>
                  <a:lnTo>
                    <a:pt x="896975" y="61582"/>
                  </a:lnTo>
                  <a:lnTo>
                    <a:pt x="852551" y="61582"/>
                  </a:lnTo>
                  <a:lnTo>
                    <a:pt x="852551" y="96977"/>
                  </a:lnTo>
                  <a:lnTo>
                    <a:pt x="896975" y="96977"/>
                  </a:lnTo>
                  <a:lnTo>
                    <a:pt x="896975" y="183603"/>
                  </a:lnTo>
                  <a:lnTo>
                    <a:pt x="897801" y="194144"/>
                  </a:lnTo>
                  <a:lnTo>
                    <a:pt x="925614" y="227952"/>
                  </a:lnTo>
                  <a:lnTo>
                    <a:pt x="945959" y="231101"/>
                  </a:lnTo>
                  <a:lnTo>
                    <a:pt x="994867" y="231101"/>
                  </a:lnTo>
                  <a:lnTo>
                    <a:pt x="994867" y="195707"/>
                  </a:lnTo>
                  <a:lnTo>
                    <a:pt x="941755" y="195707"/>
                  </a:lnTo>
                  <a:lnTo>
                    <a:pt x="938822" y="194818"/>
                  </a:lnTo>
                  <a:lnTo>
                    <a:pt x="935507" y="191274"/>
                  </a:lnTo>
                  <a:lnTo>
                    <a:pt x="934694" y="188125"/>
                  </a:lnTo>
                  <a:lnTo>
                    <a:pt x="934694" y="96977"/>
                  </a:lnTo>
                  <a:lnTo>
                    <a:pt x="997737" y="96977"/>
                  </a:lnTo>
                  <a:lnTo>
                    <a:pt x="997737" y="61582"/>
                  </a:lnTo>
                  <a:close/>
                </a:path>
                <a:path w="6332220" h="1708150">
                  <a:moveTo>
                    <a:pt x="5988151" y="1483880"/>
                  </a:moveTo>
                  <a:lnTo>
                    <a:pt x="5933503" y="1483880"/>
                  </a:lnTo>
                  <a:lnTo>
                    <a:pt x="5923254" y="1484642"/>
                  </a:lnTo>
                  <a:lnTo>
                    <a:pt x="5889231" y="1510601"/>
                  </a:lnTo>
                  <a:lnTo>
                    <a:pt x="5885993" y="1529359"/>
                  </a:lnTo>
                  <a:lnTo>
                    <a:pt x="5885993" y="1538592"/>
                  </a:lnTo>
                  <a:lnTo>
                    <a:pt x="5840171" y="1538592"/>
                  </a:lnTo>
                  <a:lnTo>
                    <a:pt x="5840171" y="1573999"/>
                  </a:lnTo>
                  <a:lnTo>
                    <a:pt x="5885993" y="1573999"/>
                  </a:lnTo>
                  <a:lnTo>
                    <a:pt x="5885993" y="1704975"/>
                  </a:lnTo>
                  <a:lnTo>
                    <a:pt x="5923712" y="1704975"/>
                  </a:lnTo>
                  <a:lnTo>
                    <a:pt x="5923712" y="1573999"/>
                  </a:lnTo>
                  <a:lnTo>
                    <a:pt x="5988151" y="1573999"/>
                  </a:lnTo>
                  <a:lnTo>
                    <a:pt x="5988151" y="1538592"/>
                  </a:lnTo>
                  <a:lnTo>
                    <a:pt x="5923712" y="1538592"/>
                  </a:lnTo>
                  <a:lnTo>
                    <a:pt x="5923712" y="1525765"/>
                  </a:lnTo>
                  <a:lnTo>
                    <a:pt x="5924499" y="1523314"/>
                  </a:lnTo>
                  <a:lnTo>
                    <a:pt x="5927712" y="1520101"/>
                  </a:lnTo>
                  <a:lnTo>
                    <a:pt x="5930189" y="1519288"/>
                  </a:lnTo>
                  <a:lnTo>
                    <a:pt x="5988151" y="1519288"/>
                  </a:lnTo>
                  <a:lnTo>
                    <a:pt x="5988151" y="1483880"/>
                  </a:lnTo>
                  <a:close/>
                </a:path>
                <a:path w="6332220" h="1708150">
                  <a:moveTo>
                    <a:pt x="6153518" y="1598409"/>
                  </a:moveTo>
                  <a:lnTo>
                    <a:pt x="6152388" y="1584045"/>
                  </a:lnTo>
                  <a:lnTo>
                    <a:pt x="6148984" y="1571244"/>
                  </a:lnTo>
                  <a:lnTo>
                    <a:pt x="6147054" y="1567421"/>
                  </a:lnTo>
                  <a:lnTo>
                    <a:pt x="6143320" y="1560017"/>
                  </a:lnTo>
                  <a:lnTo>
                    <a:pt x="6135395" y="1550352"/>
                  </a:lnTo>
                  <a:lnTo>
                    <a:pt x="6125591" y="1542567"/>
                  </a:lnTo>
                  <a:lnTo>
                    <a:pt x="6115875" y="1537830"/>
                  </a:lnTo>
                  <a:lnTo>
                    <a:pt x="6115875" y="1588249"/>
                  </a:lnTo>
                  <a:lnTo>
                    <a:pt x="6115875" y="1652168"/>
                  </a:lnTo>
                  <a:lnTo>
                    <a:pt x="6113399" y="1660004"/>
                  </a:lnTo>
                  <a:lnTo>
                    <a:pt x="6103556" y="1670405"/>
                  </a:lnTo>
                  <a:lnTo>
                    <a:pt x="6096355" y="1672996"/>
                  </a:lnTo>
                  <a:lnTo>
                    <a:pt x="6077280" y="1672996"/>
                  </a:lnTo>
                  <a:lnTo>
                    <a:pt x="6070054" y="1670405"/>
                  </a:lnTo>
                  <a:lnTo>
                    <a:pt x="6060249" y="1660004"/>
                  </a:lnTo>
                  <a:lnTo>
                    <a:pt x="6057798" y="1652168"/>
                  </a:lnTo>
                  <a:lnTo>
                    <a:pt x="6057798" y="1588249"/>
                  </a:lnTo>
                  <a:lnTo>
                    <a:pt x="6060249" y="1580438"/>
                  </a:lnTo>
                  <a:lnTo>
                    <a:pt x="6070054" y="1570037"/>
                  </a:lnTo>
                  <a:lnTo>
                    <a:pt x="6077280" y="1567421"/>
                  </a:lnTo>
                  <a:lnTo>
                    <a:pt x="6096355" y="1567421"/>
                  </a:lnTo>
                  <a:lnTo>
                    <a:pt x="6103556" y="1570037"/>
                  </a:lnTo>
                  <a:lnTo>
                    <a:pt x="6108458" y="1575257"/>
                  </a:lnTo>
                  <a:lnTo>
                    <a:pt x="6113399" y="1580438"/>
                  </a:lnTo>
                  <a:lnTo>
                    <a:pt x="6115875" y="1537830"/>
                  </a:lnTo>
                  <a:lnTo>
                    <a:pt x="6086843" y="1532572"/>
                  </a:lnTo>
                  <a:lnTo>
                    <a:pt x="6072327" y="1533690"/>
                  </a:lnTo>
                  <a:lnTo>
                    <a:pt x="6030265" y="1560017"/>
                  </a:lnTo>
                  <a:lnTo>
                    <a:pt x="6020117" y="1598409"/>
                  </a:lnTo>
                  <a:lnTo>
                    <a:pt x="6020092" y="1641729"/>
                  </a:lnTo>
                  <a:lnTo>
                    <a:pt x="6021222" y="1656207"/>
                  </a:lnTo>
                  <a:lnTo>
                    <a:pt x="6047981" y="1697850"/>
                  </a:lnTo>
                  <a:lnTo>
                    <a:pt x="6086843" y="1707845"/>
                  </a:lnTo>
                  <a:lnTo>
                    <a:pt x="6101321" y="1706727"/>
                  </a:lnTo>
                  <a:lnTo>
                    <a:pt x="6143320" y="1680387"/>
                  </a:lnTo>
                  <a:lnTo>
                    <a:pt x="6153518" y="1641729"/>
                  </a:lnTo>
                  <a:lnTo>
                    <a:pt x="6153518" y="1598409"/>
                  </a:lnTo>
                  <a:close/>
                </a:path>
                <a:path w="6332220" h="1708150">
                  <a:moveTo>
                    <a:pt x="6331763" y="1596453"/>
                  </a:moveTo>
                  <a:lnTo>
                    <a:pt x="6330734" y="1582661"/>
                  </a:lnTo>
                  <a:lnTo>
                    <a:pt x="6327661" y="1570316"/>
                  </a:lnTo>
                  <a:lnTo>
                    <a:pt x="6325756" y="1566303"/>
                  </a:lnTo>
                  <a:lnTo>
                    <a:pt x="6322517" y="1559433"/>
                  </a:lnTo>
                  <a:lnTo>
                    <a:pt x="6284442" y="1533664"/>
                  </a:lnTo>
                  <a:lnTo>
                    <a:pt x="6271387" y="1532572"/>
                  </a:lnTo>
                  <a:lnTo>
                    <a:pt x="6254381" y="1534883"/>
                  </a:lnTo>
                  <a:lnTo>
                    <a:pt x="6241783" y="1541805"/>
                  </a:lnTo>
                  <a:lnTo>
                    <a:pt x="6233604" y="1553362"/>
                  </a:lnTo>
                  <a:lnTo>
                    <a:pt x="6229820" y="1569516"/>
                  </a:lnTo>
                  <a:lnTo>
                    <a:pt x="6229909" y="1569034"/>
                  </a:lnTo>
                  <a:lnTo>
                    <a:pt x="6235776" y="1535442"/>
                  </a:lnTo>
                  <a:lnTo>
                    <a:pt x="6198692" y="1535442"/>
                  </a:lnTo>
                  <a:lnTo>
                    <a:pt x="6198692" y="1704975"/>
                  </a:lnTo>
                  <a:lnTo>
                    <a:pt x="6236335" y="1704975"/>
                  </a:lnTo>
                  <a:lnTo>
                    <a:pt x="6236386" y="1588008"/>
                  </a:lnTo>
                  <a:lnTo>
                    <a:pt x="6238875" y="1580172"/>
                  </a:lnTo>
                  <a:lnTo>
                    <a:pt x="6248679" y="1569516"/>
                  </a:lnTo>
                  <a:lnTo>
                    <a:pt x="6249213" y="1569034"/>
                  </a:lnTo>
                  <a:lnTo>
                    <a:pt x="6256223" y="1566303"/>
                  </a:lnTo>
                  <a:lnTo>
                    <a:pt x="6274701" y="1566303"/>
                  </a:lnTo>
                  <a:lnTo>
                    <a:pt x="6281813" y="1569034"/>
                  </a:lnTo>
                  <a:lnTo>
                    <a:pt x="6286830" y="1574622"/>
                  </a:lnTo>
                  <a:lnTo>
                    <a:pt x="6291656" y="1579943"/>
                  </a:lnTo>
                  <a:lnTo>
                    <a:pt x="6291719" y="1580172"/>
                  </a:lnTo>
                  <a:lnTo>
                    <a:pt x="6294120" y="1588008"/>
                  </a:lnTo>
                  <a:lnTo>
                    <a:pt x="6294120" y="1611845"/>
                  </a:lnTo>
                  <a:lnTo>
                    <a:pt x="6331763" y="1611845"/>
                  </a:lnTo>
                  <a:lnTo>
                    <a:pt x="6331763" y="1596453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91289" y="5670286"/>
            <a:ext cx="14575155" cy="1310640"/>
          </a:xfrm>
          <a:custGeom>
            <a:avLst/>
            <a:gdLst/>
            <a:ahLst/>
            <a:cxnLst/>
            <a:rect l="l" t="t" r="r" b="b"/>
            <a:pathLst>
              <a:path w="14575155" h="1310640">
                <a:moveTo>
                  <a:pt x="14498413" y="1310104"/>
                </a:moveTo>
                <a:lnTo>
                  <a:pt x="76505" y="1310104"/>
                </a:lnTo>
                <a:lnTo>
                  <a:pt x="71180" y="1309579"/>
                </a:lnTo>
                <a:lnTo>
                  <a:pt x="31920" y="1293317"/>
                </a:lnTo>
                <a:lnTo>
                  <a:pt x="4175" y="1254589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2"/>
                </a:lnTo>
                <a:lnTo>
                  <a:pt x="14574918" y="76505"/>
                </a:lnTo>
                <a:lnTo>
                  <a:pt x="14574918" y="1233599"/>
                </a:lnTo>
                <a:lnTo>
                  <a:pt x="14558132" y="1278184"/>
                </a:lnTo>
                <a:lnTo>
                  <a:pt x="14519404" y="1305928"/>
                </a:lnTo>
                <a:lnTo>
                  <a:pt x="14503737" y="1309579"/>
                </a:lnTo>
                <a:lnTo>
                  <a:pt x="14498413" y="131010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34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86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2661139"/>
            <a:ext cx="102352" cy="10235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78589" y="-98688"/>
            <a:ext cx="6470650" cy="300228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165" dirty="0"/>
              <a:t>Lemmatization</a:t>
            </a:r>
          </a:p>
          <a:p>
            <a:pPr marL="381000" marR="5080">
              <a:lnSpc>
                <a:spcPts val="5160"/>
              </a:lnSpc>
            </a:pPr>
            <a:r>
              <a:rPr sz="2550" b="0" spc="254" dirty="0">
                <a:latin typeface="Tahoma"/>
                <a:cs typeface="Tahoma"/>
              </a:rPr>
              <a:t>A</a:t>
            </a:r>
            <a:r>
              <a:rPr sz="2550" b="0" spc="-60" dirty="0">
                <a:latin typeface="Tahoma"/>
                <a:cs typeface="Tahoma"/>
              </a:rPr>
              <a:t> </a:t>
            </a:r>
            <a:r>
              <a:rPr sz="2550" spc="-55" dirty="0"/>
              <a:t>lemma</a:t>
            </a:r>
            <a:r>
              <a:rPr sz="2550" spc="-5" dirty="0"/>
              <a:t> </a:t>
            </a:r>
            <a:r>
              <a:rPr sz="2550" b="0" spc="55" dirty="0">
                <a:latin typeface="Tahoma"/>
                <a:cs typeface="Tahoma"/>
              </a:rPr>
              <a:t>is</a:t>
            </a:r>
            <a:r>
              <a:rPr sz="2550" b="0" spc="-60" dirty="0">
                <a:latin typeface="Tahoma"/>
                <a:cs typeface="Tahoma"/>
              </a:rPr>
              <a:t> </a:t>
            </a:r>
            <a:r>
              <a:rPr sz="2550" b="0" spc="225" dirty="0">
                <a:latin typeface="Tahoma"/>
                <a:cs typeface="Tahoma"/>
              </a:rPr>
              <a:t>a</a:t>
            </a:r>
            <a:r>
              <a:rPr sz="2550" b="0" spc="-55" dirty="0">
                <a:latin typeface="Tahoma"/>
                <a:cs typeface="Tahoma"/>
              </a:rPr>
              <a:t> </a:t>
            </a:r>
            <a:r>
              <a:rPr sz="2550" b="0" spc="95" dirty="0">
                <a:latin typeface="Tahoma"/>
                <a:cs typeface="Tahoma"/>
              </a:rPr>
              <a:t>the</a:t>
            </a:r>
            <a:r>
              <a:rPr sz="2550" b="0" spc="-55" dirty="0">
                <a:latin typeface="Tahoma"/>
                <a:cs typeface="Tahoma"/>
              </a:rPr>
              <a:t> </a:t>
            </a:r>
            <a:r>
              <a:rPr sz="2550" b="0" spc="150" dirty="0">
                <a:latin typeface="Tahoma"/>
                <a:cs typeface="Tahoma"/>
              </a:rPr>
              <a:t>base</a:t>
            </a:r>
            <a:r>
              <a:rPr sz="2550" b="0" spc="-60" dirty="0">
                <a:latin typeface="Tahoma"/>
                <a:cs typeface="Tahoma"/>
              </a:rPr>
              <a:t> </a:t>
            </a:r>
            <a:r>
              <a:rPr sz="2550" b="0" spc="75" dirty="0">
                <a:latin typeface="Tahoma"/>
                <a:cs typeface="Tahoma"/>
              </a:rPr>
              <a:t>form</a:t>
            </a:r>
            <a:r>
              <a:rPr sz="2550" b="0" spc="-55" dirty="0">
                <a:latin typeface="Tahoma"/>
                <a:cs typeface="Tahoma"/>
              </a:rPr>
              <a:t> </a:t>
            </a:r>
            <a:r>
              <a:rPr sz="2550" b="0" spc="114" dirty="0">
                <a:latin typeface="Tahoma"/>
                <a:cs typeface="Tahoma"/>
              </a:rPr>
              <a:t>of</a:t>
            </a:r>
            <a:r>
              <a:rPr sz="2550" b="0" spc="-55" dirty="0">
                <a:latin typeface="Tahoma"/>
                <a:cs typeface="Tahoma"/>
              </a:rPr>
              <a:t> </a:t>
            </a:r>
            <a:r>
              <a:rPr sz="2550" b="0" spc="225" dirty="0">
                <a:latin typeface="Tahoma"/>
                <a:cs typeface="Tahoma"/>
              </a:rPr>
              <a:t>a</a:t>
            </a:r>
            <a:r>
              <a:rPr sz="2550" b="0" spc="-60" dirty="0">
                <a:latin typeface="Tahoma"/>
                <a:cs typeface="Tahoma"/>
              </a:rPr>
              <a:t> </a:t>
            </a:r>
            <a:r>
              <a:rPr sz="2550" b="0" spc="50" dirty="0">
                <a:latin typeface="Tahoma"/>
                <a:cs typeface="Tahoma"/>
              </a:rPr>
              <a:t>token </a:t>
            </a:r>
            <a:r>
              <a:rPr sz="2550" b="0" dirty="0">
                <a:latin typeface="Tahoma"/>
                <a:cs typeface="Tahoma"/>
              </a:rPr>
              <a:t>The</a:t>
            </a:r>
            <a:r>
              <a:rPr sz="2550" b="0" spc="-65" dirty="0">
                <a:latin typeface="Tahoma"/>
                <a:cs typeface="Tahoma"/>
              </a:rPr>
              <a:t> </a:t>
            </a:r>
            <a:r>
              <a:rPr sz="2550" b="0" spc="130" dirty="0">
                <a:latin typeface="Tahoma"/>
                <a:cs typeface="Tahoma"/>
              </a:rPr>
              <a:t>lemma</a:t>
            </a:r>
            <a:r>
              <a:rPr sz="2550" b="0" spc="-60" dirty="0">
                <a:latin typeface="Tahoma"/>
                <a:cs typeface="Tahoma"/>
              </a:rPr>
              <a:t> </a:t>
            </a:r>
            <a:r>
              <a:rPr sz="2550" b="0" spc="114" dirty="0">
                <a:latin typeface="Tahoma"/>
                <a:cs typeface="Tahoma"/>
              </a:rPr>
              <a:t>of</a:t>
            </a:r>
            <a:r>
              <a:rPr sz="2550" b="0" spc="-65" dirty="0">
                <a:latin typeface="Tahoma"/>
                <a:cs typeface="Tahoma"/>
              </a:rPr>
              <a:t> </a:t>
            </a:r>
            <a:r>
              <a:rPr sz="2550" dirty="0"/>
              <a:t>eats</a:t>
            </a:r>
            <a:r>
              <a:rPr sz="2550" spc="-10" dirty="0"/>
              <a:t> </a:t>
            </a:r>
            <a:r>
              <a:rPr sz="2550" b="0" spc="150" dirty="0">
                <a:latin typeface="Tahoma"/>
                <a:cs typeface="Tahoma"/>
              </a:rPr>
              <a:t>and</a:t>
            </a:r>
            <a:r>
              <a:rPr sz="2550" b="0" spc="-65" dirty="0">
                <a:latin typeface="Tahoma"/>
                <a:cs typeface="Tahoma"/>
              </a:rPr>
              <a:t> </a:t>
            </a:r>
            <a:r>
              <a:rPr sz="2550" dirty="0"/>
              <a:t>ate</a:t>
            </a:r>
            <a:r>
              <a:rPr sz="2550" spc="-10" dirty="0"/>
              <a:t> </a:t>
            </a:r>
            <a:r>
              <a:rPr sz="2550" b="0" spc="55" dirty="0">
                <a:latin typeface="Tahoma"/>
                <a:cs typeface="Tahoma"/>
              </a:rPr>
              <a:t>is</a:t>
            </a:r>
            <a:r>
              <a:rPr sz="2550" b="0" spc="-65" dirty="0">
                <a:latin typeface="Tahoma"/>
                <a:cs typeface="Tahoma"/>
              </a:rPr>
              <a:t> </a:t>
            </a:r>
            <a:r>
              <a:rPr sz="2550" spc="-25" dirty="0"/>
              <a:t>eat </a:t>
            </a:r>
            <a:r>
              <a:rPr sz="2550" b="0" dirty="0">
                <a:latin typeface="Tahoma"/>
                <a:cs typeface="Tahoma"/>
              </a:rPr>
              <a:t>Improves</a:t>
            </a:r>
            <a:r>
              <a:rPr sz="2550" b="0" spc="45" dirty="0">
                <a:latin typeface="Tahoma"/>
                <a:cs typeface="Tahoma"/>
              </a:rPr>
              <a:t> </a:t>
            </a:r>
            <a:r>
              <a:rPr sz="2550" b="0" spc="175" dirty="0">
                <a:latin typeface="Tahoma"/>
                <a:cs typeface="Tahoma"/>
              </a:rPr>
              <a:t>accuracy</a:t>
            </a:r>
            <a:r>
              <a:rPr sz="2550" b="0" spc="50" dirty="0">
                <a:latin typeface="Tahoma"/>
                <a:cs typeface="Tahoma"/>
              </a:rPr>
              <a:t> </a:t>
            </a:r>
            <a:r>
              <a:rPr sz="2550" b="0" spc="114" dirty="0">
                <a:latin typeface="Tahoma"/>
                <a:cs typeface="Tahoma"/>
              </a:rPr>
              <a:t>of</a:t>
            </a:r>
            <a:r>
              <a:rPr sz="2550" b="0" spc="45" dirty="0">
                <a:latin typeface="Tahoma"/>
                <a:cs typeface="Tahoma"/>
              </a:rPr>
              <a:t> </a:t>
            </a:r>
            <a:r>
              <a:rPr sz="2550" b="0" spc="130" dirty="0">
                <a:latin typeface="Tahoma"/>
                <a:cs typeface="Tahoma"/>
              </a:rPr>
              <a:t>language</a:t>
            </a:r>
            <a:r>
              <a:rPr sz="2550" b="0" spc="50" dirty="0">
                <a:latin typeface="Tahoma"/>
                <a:cs typeface="Tahoma"/>
              </a:rPr>
              <a:t> </a:t>
            </a:r>
            <a:r>
              <a:rPr sz="2550" b="0" spc="95" dirty="0">
                <a:latin typeface="Tahoma"/>
                <a:cs typeface="Tahoma"/>
              </a:rPr>
              <a:t>models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2352" y="3197045"/>
            <a:ext cx="7934959" cy="199072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16025">
              <a:lnSpc>
                <a:spcPct val="100000"/>
              </a:lnSpc>
              <a:spcBef>
                <a:spcPts val="1265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nlp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spacy.load(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"en_core_web_sm"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50"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  <a:tabLst>
                <a:tab pos="6545580" algn="l"/>
              </a:tabLst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doc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5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nlp(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"We</a:t>
            </a:r>
            <a:r>
              <a:rPr sz="2250" spc="-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are</a:t>
            </a:r>
            <a:r>
              <a:rPr sz="2250" spc="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seeing</a:t>
            </a:r>
            <a:r>
              <a:rPr sz="2250" spc="-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her after one 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year."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([(token.text,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token.lemma_)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token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43091" y="4886483"/>
            <a:ext cx="307340" cy="231140"/>
          </a:xfrm>
          <a:custGeom>
            <a:avLst/>
            <a:gdLst/>
            <a:ahLst/>
            <a:cxnLst/>
            <a:rect l="l" t="t" r="r" b="b"/>
            <a:pathLst>
              <a:path w="307340" h="231139">
                <a:moveTo>
                  <a:pt x="81768" y="46248"/>
                </a:moveTo>
                <a:lnTo>
                  <a:pt x="61711" y="46248"/>
                </a:lnTo>
                <a:lnTo>
                  <a:pt x="55786" y="44172"/>
                </a:lnTo>
                <a:lnTo>
                  <a:pt x="51216" y="40021"/>
                </a:lnTo>
                <a:lnTo>
                  <a:pt x="46691" y="35823"/>
                </a:lnTo>
                <a:lnTo>
                  <a:pt x="44429" y="30272"/>
                </a:lnTo>
                <a:lnTo>
                  <a:pt x="44429" y="16512"/>
                </a:lnTo>
                <a:lnTo>
                  <a:pt x="46738" y="10914"/>
                </a:lnTo>
                <a:lnTo>
                  <a:pt x="55973" y="2192"/>
                </a:lnTo>
                <a:lnTo>
                  <a:pt x="61851" y="0"/>
                </a:lnTo>
                <a:lnTo>
                  <a:pt x="81861" y="0"/>
                </a:lnTo>
                <a:lnTo>
                  <a:pt x="87738" y="2192"/>
                </a:lnTo>
                <a:lnTo>
                  <a:pt x="96974" y="10914"/>
                </a:lnTo>
                <a:lnTo>
                  <a:pt x="99283" y="16512"/>
                </a:lnTo>
                <a:lnTo>
                  <a:pt x="99283" y="30272"/>
                </a:lnTo>
                <a:lnTo>
                  <a:pt x="96970" y="35823"/>
                </a:lnTo>
                <a:lnTo>
                  <a:pt x="87622" y="44172"/>
                </a:lnTo>
                <a:lnTo>
                  <a:pt x="81768" y="46248"/>
                </a:lnTo>
                <a:close/>
              </a:path>
              <a:path w="307340" h="231139">
                <a:moveTo>
                  <a:pt x="93546" y="195698"/>
                </a:moveTo>
                <a:lnTo>
                  <a:pt x="55833" y="195698"/>
                </a:lnTo>
                <a:lnTo>
                  <a:pt x="55833" y="96974"/>
                </a:lnTo>
                <a:lnTo>
                  <a:pt x="7136" y="96974"/>
                </a:lnTo>
                <a:lnTo>
                  <a:pt x="7136" y="61571"/>
                </a:lnTo>
                <a:lnTo>
                  <a:pt x="93546" y="61571"/>
                </a:lnTo>
                <a:lnTo>
                  <a:pt x="93546" y="195698"/>
                </a:lnTo>
                <a:close/>
              </a:path>
              <a:path w="307340" h="231139">
                <a:moveTo>
                  <a:pt x="146581" y="231101"/>
                </a:moveTo>
                <a:lnTo>
                  <a:pt x="0" y="231101"/>
                </a:lnTo>
                <a:lnTo>
                  <a:pt x="0" y="195698"/>
                </a:lnTo>
                <a:lnTo>
                  <a:pt x="146581" y="195698"/>
                </a:lnTo>
                <a:lnTo>
                  <a:pt x="146581" y="231101"/>
                </a:lnTo>
                <a:close/>
              </a:path>
              <a:path w="307340" h="231139">
                <a:moveTo>
                  <a:pt x="223816" y="97184"/>
                </a:moveTo>
                <a:lnTo>
                  <a:pt x="207435" y="97184"/>
                </a:lnTo>
                <a:lnTo>
                  <a:pt x="210997" y="74469"/>
                </a:lnTo>
                <a:lnTo>
                  <a:pt x="249264" y="58702"/>
                </a:lnTo>
                <a:lnTo>
                  <a:pt x="261757" y="59738"/>
                </a:lnTo>
                <a:lnTo>
                  <a:pt x="298201" y="84214"/>
                </a:lnTo>
                <a:lnTo>
                  <a:pt x="302133" y="92426"/>
                </a:lnTo>
                <a:lnTo>
                  <a:pt x="232682" y="92426"/>
                </a:lnTo>
                <a:lnTo>
                  <a:pt x="225615" y="95201"/>
                </a:lnTo>
                <a:lnTo>
                  <a:pt x="223816" y="97184"/>
                </a:lnTo>
                <a:close/>
              </a:path>
              <a:path w="307340" h="231139">
                <a:moveTo>
                  <a:pt x="213021" y="231101"/>
                </a:moveTo>
                <a:lnTo>
                  <a:pt x="175379" y="231101"/>
                </a:lnTo>
                <a:lnTo>
                  <a:pt x="175379" y="61571"/>
                </a:lnTo>
                <a:lnTo>
                  <a:pt x="213021" y="61571"/>
                </a:lnTo>
                <a:lnTo>
                  <a:pt x="211083" y="74227"/>
                </a:lnTo>
                <a:lnTo>
                  <a:pt x="210997" y="74469"/>
                </a:lnTo>
                <a:lnTo>
                  <a:pt x="207773" y="80829"/>
                </a:lnTo>
                <a:lnTo>
                  <a:pt x="206427" y="88477"/>
                </a:lnTo>
                <a:lnTo>
                  <a:pt x="207074" y="97184"/>
                </a:lnTo>
                <a:lnTo>
                  <a:pt x="223816" y="97184"/>
                </a:lnTo>
                <a:lnTo>
                  <a:pt x="215712" y="106113"/>
                </a:lnTo>
                <a:lnTo>
                  <a:pt x="213599" y="112483"/>
                </a:lnTo>
                <a:lnTo>
                  <a:pt x="213021" y="114326"/>
                </a:lnTo>
                <a:lnTo>
                  <a:pt x="213021" y="231101"/>
                </a:lnTo>
                <a:close/>
              </a:path>
              <a:path w="307340" h="231139">
                <a:moveTo>
                  <a:pt x="207435" y="97184"/>
                </a:moveTo>
                <a:lnTo>
                  <a:pt x="207074" y="97184"/>
                </a:lnTo>
                <a:lnTo>
                  <a:pt x="206427" y="88477"/>
                </a:lnTo>
                <a:lnTo>
                  <a:pt x="207773" y="80829"/>
                </a:lnTo>
                <a:lnTo>
                  <a:pt x="210997" y="74469"/>
                </a:lnTo>
                <a:lnTo>
                  <a:pt x="207435" y="97184"/>
                </a:lnTo>
                <a:close/>
              </a:path>
              <a:path w="307340" h="231139">
                <a:moveTo>
                  <a:pt x="307057" y="231101"/>
                </a:moveTo>
                <a:lnTo>
                  <a:pt x="269344" y="231101"/>
                </a:lnTo>
                <a:lnTo>
                  <a:pt x="269344" y="112483"/>
                </a:lnTo>
                <a:lnTo>
                  <a:pt x="266896" y="105207"/>
                </a:lnTo>
                <a:lnTo>
                  <a:pt x="261998" y="100122"/>
                </a:lnTo>
                <a:lnTo>
                  <a:pt x="257147" y="94992"/>
                </a:lnTo>
                <a:lnTo>
                  <a:pt x="250406" y="92426"/>
                </a:lnTo>
                <a:lnTo>
                  <a:pt x="302133" y="92426"/>
                </a:lnTo>
                <a:lnTo>
                  <a:pt x="303121" y="94490"/>
                </a:lnTo>
                <a:lnTo>
                  <a:pt x="306073" y="106113"/>
                </a:lnTo>
                <a:lnTo>
                  <a:pt x="307057" y="119084"/>
                </a:lnTo>
                <a:lnTo>
                  <a:pt x="307057" y="231101"/>
                </a:lnTo>
                <a:close/>
              </a:path>
            </a:pathLst>
          </a:custGeom>
          <a:solidFill>
            <a:srgbClr val="007B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723231" y="4818300"/>
            <a:ext cx="88519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doc])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2352" y="5735374"/>
            <a:ext cx="11202670" cy="100838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[('We', 'we'), ('are', 'be'), ('seeing', 'see'), ('her', </a:t>
            </a: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'she'),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('after', 'after'), ('one', 'one'), ('year', 'year'), ('.', </a:t>
            </a: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'.')]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0390" y="2973053"/>
            <a:ext cx="8255634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marL="61594" algn="ctr">
              <a:lnSpc>
                <a:spcPct val="100000"/>
              </a:lnSpc>
              <a:spcBef>
                <a:spcPts val="2860"/>
              </a:spcBef>
            </a:pPr>
            <a:r>
              <a:rPr sz="6450" spc="-500" dirty="0"/>
              <a:t>Let's</a:t>
            </a:r>
            <a:r>
              <a:rPr sz="6450" spc="-330" dirty="0"/>
              <a:t> </a:t>
            </a:r>
            <a:r>
              <a:rPr sz="6450" spc="-295" dirty="0"/>
              <a:t>practice!</a:t>
            </a:r>
            <a:endParaRPr sz="6450"/>
          </a:p>
          <a:p>
            <a:pPr algn="ctr">
              <a:lnSpc>
                <a:spcPct val="100000"/>
              </a:lnSpc>
              <a:spcBef>
                <a:spcPts val="969"/>
              </a:spcBef>
              <a:tabLst>
                <a:tab pos="1708785" algn="l"/>
                <a:tab pos="3754120" algn="l"/>
                <a:tab pos="6116955" algn="l"/>
                <a:tab pos="7137400" algn="l"/>
              </a:tabLst>
            </a:pP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65" dirty="0"/>
              <a:t>AT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50" dirty="0"/>
              <a:t>L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80" dirty="0"/>
              <a:t>G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55" dirty="0"/>
              <a:t> </a:t>
            </a:r>
            <a:r>
              <a:rPr sz="2250" spc="210" dirty="0"/>
              <a:t>AG</a:t>
            </a:r>
            <a:r>
              <a:rPr sz="2250" spc="-335" dirty="0"/>
              <a:t> </a:t>
            </a:r>
            <a:r>
              <a:rPr sz="2250" spc="-50" dirty="0"/>
              <a:t>E</a:t>
            </a:r>
            <a:r>
              <a:rPr sz="2250" dirty="0"/>
              <a:t>	</a:t>
            </a:r>
            <a:r>
              <a:rPr sz="2250" spc="-95" dirty="0"/>
              <a:t>P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204" dirty="0"/>
              <a:t>PAC</a:t>
            </a:r>
            <a:r>
              <a:rPr sz="2250" spc="-335" dirty="0"/>
              <a:t> </a:t>
            </a:r>
            <a:r>
              <a:rPr sz="2250" spc="-50" dirty="0"/>
              <a:t>Y</a:t>
            </a:r>
            <a:endParaRPr sz="22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3388" rIns="0" bIns="0" rtlCol="0">
            <a:spAutoFit/>
          </a:bodyPr>
          <a:lstStyle/>
          <a:p>
            <a:pPr marL="330200" marR="260350" algn="ctr">
              <a:lnSpc>
                <a:spcPts val="6770"/>
              </a:lnSpc>
              <a:spcBef>
                <a:spcPts val="1130"/>
              </a:spcBef>
            </a:pPr>
            <a:r>
              <a:rPr spc="-385" dirty="0"/>
              <a:t>Linguistic</a:t>
            </a:r>
            <a:r>
              <a:rPr spc="-310" dirty="0"/>
              <a:t> </a:t>
            </a:r>
            <a:r>
              <a:rPr spc="-350" dirty="0"/>
              <a:t>features</a:t>
            </a:r>
            <a:r>
              <a:rPr spc="-315" dirty="0"/>
              <a:t> </a:t>
            </a:r>
            <a:r>
              <a:rPr spc="-430" dirty="0"/>
              <a:t>in </a:t>
            </a:r>
            <a:r>
              <a:rPr spc="-10" dirty="0"/>
              <a:t>spaCy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1708785" algn="l"/>
                <a:tab pos="3754120" algn="l"/>
                <a:tab pos="6116955" algn="l"/>
                <a:tab pos="7137400" algn="l"/>
              </a:tabLst>
            </a:pP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65" dirty="0"/>
              <a:t>AT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50" dirty="0"/>
              <a:t>L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80" dirty="0"/>
              <a:t>G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55" dirty="0"/>
              <a:t> </a:t>
            </a:r>
            <a:r>
              <a:rPr sz="2250" spc="210" dirty="0"/>
              <a:t>AG</a:t>
            </a:r>
            <a:r>
              <a:rPr sz="2250" spc="-335" dirty="0"/>
              <a:t> </a:t>
            </a:r>
            <a:r>
              <a:rPr sz="2250" spc="-50" dirty="0"/>
              <a:t>E</a:t>
            </a:r>
            <a:r>
              <a:rPr sz="2250" dirty="0"/>
              <a:t>	</a:t>
            </a:r>
            <a:r>
              <a:rPr sz="2250" spc="-95" dirty="0"/>
              <a:t>P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65" dirty="0"/>
              <a:t>O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204" dirty="0"/>
              <a:t>PAC</a:t>
            </a:r>
            <a:r>
              <a:rPr sz="2250" spc="-335" dirty="0"/>
              <a:t> </a:t>
            </a:r>
            <a:r>
              <a:rPr sz="2250" spc="-50" dirty="0"/>
              <a:t>Y</a:t>
            </a:r>
            <a:endParaRPr sz="2250"/>
          </a:p>
        </p:txBody>
      </p:sp>
      <p:grpSp>
        <p:nvGrpSpPr>
          <p:cNvPr id="3" name="object 3"/>
          <p:cNvGrpSpPr/>
          <p:nvPr/>
        </p:nvGrpSpPr>
        <p:grpSpPr>
          <a:xfrm>
            <a:off x="7287459" y="4974305"/>
            <a:ext cx="982980" cy="982980"/>
            <a:chOff x="7287459" y="4974305"/>
            <a:chExt cx="982980" cy="982980"/>
          </a:xfrm>
        </p:grpSpPr>
        <p:sp>
          <p:nvSpPr>
            <p:cNvPr id="4" name="object 4"/>
            <p:cNvSpPr/>
            <p:nvPr/>
          </p:nvSpPr>
          <p:spPr>
            <a:xfrm>
              <a:off x="7287459" y="4974305"/>
              <a:ext cx="982980" cy="982980"/>
            </a:xfrm>
            <a:custGeom>
              <a:avLst/>
              <a:gdLst/>
              <a:ahLst/>
              <a:cxnLst/>
              <a:rect l="l" t="t" r="r" b="b"/>
              <a:pathLst>
                <a:path w="982979" h="982979">
                  <a:moveTo>
                    <a:pt x="491289" y="982578"/>
                  </a:moveTo>
                  <a:lnTo>
                    <a:pt x="443134" y="980213"/>
                  </a:lnTo>
                  <a:lnTo>
                    <a:pt x="395443" y="973138"/>
                  </a:lnTo>
                  <a:lnTo>
                    <a:pt x="348675" y="961423"/>
                  </a:lnTo>
                  <a:lnTo>
                    <a:pt x="303281" y="945181"/>
                  </a:lnTo>
                  <a:lnTo>
                    <a:pt x="259697" y="924568"/>
                  </a:lnTo>
                  <a:lnTo>
                    <a:pt x="218343" y="899781"/>
                  </a:lnTo>
                  <a:lnTo>
                    <a:pt x="179618" y="871061"/>
                  </a:lnTo>
                  <a:lnTo>
                    <a:pt x="143895" y="838683"/>
                  </a:lnTo>
                  <a:lnTo>
                    <a:pt x="111517" y="802960"/>
                  </a:lnTo>
                  <a:lnTo>
                    <a:pt x="82797" y="764235"/>
                  </a:lnTo>
                  <a:lnTo>
                    <a:pt x="58010" y="722881"/>
                  </a:lnTo>
                  <a:lnTo>
                    <a:pt x="37397" y="679297"/>
                  </a:lnTo>
                  <a:lnTo>
                    <a:pt x="21154" y="633903"/>
                  </a:lnTo>
                  <a:lnTo>
                    <a:pt x="9439" y="587135"/>
                  </a:lnTo>
                  <a:lnTo>
                    <a:pt x="2365" y="539444"/>
                  </a:lnTo>
                  <a:lnTo>
                    <a:pt x="0" y="491289"/>
                  </a:lnTo>
                  <a:lnTo>
                    <a:pt x="591" y="467182"/>
                  </a:lnTo>
                  <a:lnTo>
                    <a:pt x="5317" y="419202"/>
                  </a:lnTo>
                  <a:lnTo>
                    <a:pt x="14722" y="371915"/>
                  </a:lnTo>
                  <a:lnTo>
                    <a:pt x="28718" y="325778"/>
                  </a:lnTo>
                  <a:lnTo>
                    <a:pt x="47168" y="281235"/>
                  </a:lnTo>
                  <a:lnTo>
                    <a:pt x="69896" y="238716"/>
                  </a:lnTo>
                  <a:lnTo>
                    <a:pt x="96681" y="198628"/>
                  </a:lnTo>
                  <a:lnTo>
                    <a:pt x="127267" y="161359"/>
                  </a:lnTo>
                  <a:lnTo>
                    <a:pt x="161359" y="127267"/>
                  </a:lnTo>
                  <a:lnTo>
                    <a:pt x="198628" y="96681"/>
                  </a:lnTo>
                  <a:lnTo>
                    <a:pt x="238716" y="69896"/>
                  </a:lnTo>
                  <a:lnTo>
                    <a:pt x="281235" y="47168"/>
                  </a:lnTo>
                  <a:lnTo>
                    <a:pt x="325778" y="28718"/>
                  </a:lnTo>
                  <a:lnTo>
                    <a:pt x="371915" y="14722"/>
                  </a:lnTo>
                  <a:lnTo>
                    <a:pt x="419202" y="5317"/>
                  </a:lnTo>
                  <a:lnTo>
                    <a:pt x="467182" y="591"/>
                  </a:lnTo>
                  <a:lnTo>
                    <a:pt x="491289" y="0"/>
                  </a:lnTo>
                  <a:lnTo>
                    <a:pt x="515395" y="591"/>
                  </a:lnTo>
                  <a:lnTo>
                    <a:pt x="563376" y="5317"/>
                  </a:lnTo>
                  <a:lnTo>
                    <a:pt x="610663" y="14722"/>
                  </a:lnTo>
                  <a:lnTo>
                    <a:pt x="656799" y="28718"/>
                  </a:lnTo>
                  <a:lnTo>
                    <a:pt x="701342" y="47168"/>
                  </a:lnTo>
                  <a:lnTo>
                    <a:pt x="743862" y="69896"/>
                  </a:lnTo>
                  <a:lnTo>
                    <a:pt x="783950" y="96681"/>
                  </a:lnTo>
                  <a:lnTo>
                    <a:pt x="821219" y="127267"/>
                  </a:lnTo>
                  <a:lnTo>
                    <a:pt x="855311" y="161359"/>
                  </a:lnTo>
                  <a:lnTo>
                    <a:pt x="885896" y="198628"/>
                  </a:lnTo>
                  <a:lnTo>
                    <a:pt x="912682" y="238716"/>
                  </a:lnTo>
                  <a:lnTo>
                    <a:pt x="935410" y="281235"/>
                  </a:lnTo>
                  <a:lnTo>
                    <a:pt x="953860" y="325778"/>
                  </a:lnTo>
                  <a:lnTo>
                    <a:pt x="967855" y="371915"/>
                  </a:lnTo>
                  <a:lnTo>
                    <a:pt x="977261" y="419202"/>
                  </a:lnTo>
                  <a:lnTo>
                    <a:pt x="981987" y="467182"/>
                  </a:lnTo>
                  <a:lnTo>
                    <a:pt x="982578" y="491289"/>
                  </a:lnTo>
                  <a:lnTo>
                    <a:pt x="981987" y="515395"/>
                  </a:lnTo>
                  <a:lnTo>
                    <a:pt x="977261" y="563376"/>
                  </a:lnTo>
                  <a:lnTo>
                    <a:pt x="967855" y="610663"/>
                  </a:lnTo>
                  <a:lnTo>
                    <a:pt x="953860" y="656799"/>
                  </a:lnTo>
                  <a:lnTo>
                    <a:pt x="935410" y="701342"/>
                  </a:lnTo>
                  <a:lnTo>
                    <a:pt x="912682" y="743862"/>
                  </a:lnTo>
                  <a:lnTo>
                    <a:pt x="885897" y="783950"/>
                  </a:lnTo>
                  <a:lnTo>
                    <a:pt x="855311" y="821219"/>
                  </a:lnTo>
                  <a:lnTo>
                    <a:pt x="821219" y="855311"/>
                  </a:lnTo>
                  <a:lnTo>
                    <a:pt x="783950" y="885896"/>
                  </a:lnTo>
                  <a:lnTo>
                    <a:pt x="743862" y="912682"/>
                  </a:lnTo>
                  <a:lnTo>
                    <a:pt x="701342" y="935410"/>
                  </a:lnTo>
                  <a:lnTo>
                    <a:pt x="656799" y="953860"/>
                  </a:lnTo>
                  <a:lnTo>
                    <a:pt x="610663" y="967855"/>
                  </a:lnTo>
                  <a:lnTo>
                    <a:pt x="563376" y="977261"/>
                  </a:lnTo>
                  <a:lnTo>
                    <a:pt x="515395" y="981987"/>
                  </a:lnTo>
                  <a:lnTo>
                    <a:pt x="491289" y="982578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22163" y="5208955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5" h="513714">
                  <a:moveTo>
                    <a:pt x="117428" y="381294"/>
                  </a:moveTo>
                  <a:lnTo>
                    <a:pt x="74714" y="381294"/>
                  </a:lnTo>
                  <a:lnTo>
                    <a:pt x="50407" y="376670"/>
                  </a:lnTo>
                  <a:lnTo>
                    <a:pt x="17654" y="344031"/>
                  </a:lnTo>
                  <a:lnTo>
                    <a:pt x="2057" y="285327"/>
                  </a:lnTo>
                  <a:lnTo>
                    <a:pt x="0" y="254879"/>
                  </a:lnTo>
                  <a:lnTo>
                    <a:pt x="2201" y="226301"/>
                  </a:lnTo>
                  <a:lnTo>
                    <a:pt x="19909" y="166879"/>
                  </a:lnTo>
                  <a:lnTo>
                    <a:pt x="60328" y="135494"/>
                  </a:lnTo>
                  <a:lnTo>
                    <a:pt x="86296" y="131497"/>
                  </a:lnTo>
                  <a:lnTo>
                    <a:pt x="257156" y="131497"/>
                  </a:lnTo>
                  <a:lnTo>
                    <a:pt x="257156" y="115867"/>
                  </a:lnTo>
                  <a:lnTo>
                    <a:pt x="132921" y="115867"/>
                  </a:lnTo>
                  <a:lnTo>
                    <a:pt x="132921" y="68973"/>
                  </a:lnTo>
                  <a:lnTo>
                    <a:pt x="144264" y="27132"/>
                  </a:lnTo>
                  <a:lnTo>
                    <a:pt x="195043" y="5018"/>
                  </a:lnTo>
                  <a:lnTo>
                    <a:pt x="238677" y="386"/>
                  </a:lnTo>
                  <a:lnTo>
                    <a:pt x="254403" y="0"/>
                  </a:lnTo>
                  <a:lnTo>
                    <a:pt x="270474" y="246"/>
                  </a:lnTo>
                  <a:lnTo>
                    <a:pt x="319126" y="5018"/>
                  </a:lnTo>
                  <a:lnTo>
                    <a:pt x="362826" y="26581"/>
                  </a:lnTo>
                  <a:lnTo>
                    <a:pt x="375075" y="43991"/>
                  </a:lnTo>
                  <a:lnTo>
                    <a:pt x="186925" y="43991"/>
                  </a:lnTo>
                  <a:lnTo>
                    <a:pt x="176932" y="46017"/>
                  </a:lnTo>
                  <a:lnTo>
                    <a:pt x="168775" y="51538"/>
                  </a:lnTo>
                  <a:lnTo>
                    <a:pt x="163276" y="59722"/>
                  </a:lnTo>
                  <a:lnTo>
                    <a:pt x="161260" y="69732"/>
                  </a:lnTo>
                  <a:lnTo>
                    <a:pt x="163276" y="79698"/>
                  </a:lnTo>
                  <a:lnTo>
                    <a:pt x="168775" y="87831"/>
                  </a:lnTo>
                  <a:lnTo>
                    <a:pt x="176932" y="93311"/>
                  </a:lnTo>
                  <a:lnTo>
                    <a:pt x="186925" y="95320"/>
                  </a:lnTo>
                  <a:lnTo>
                    <a:pt x="381241" y="95320"/>
                  </a:lnTo>
                  <a:lnTo>
                    <a:pt x="381241" y="186127"/>
                  </a:lnTo>
                  <a:lnTo>
                    <a:pt x="376393" y="210390"/>
                  </a:lnTo>
                  <a:lnTo>
                    <a:pt x="363136" y="230271"/>
                  </a:lnTo>
                  <a:lnTo>
                    <a:pt x="343404" y="243709"/>
                  </a:lnTo>
                  <a:lnTo>
                    <a:pt x="319126" y="248647"/>
                  </a:lnTo>
                  <a:lnTo>
                    <a:pt x="195036" y="248647"/>
                  </a:lnTo>
                  <a:lnTo>
                    <a:pt x="165136" y="254879"/>
                  </a:lnTo>
                  <a:lnTo>
                    <a:pt x="140433" y="271635"/>
                  </a:lnTo>
                  <a:lnTo>
                    <a:pt x="123630" y="296005"/>
                  </a:lnTo>
                  <a:lnTo>
                    <a:pt x="117428" y="325078"/>
                  </a:lnTo>
                  <a:lnTo>
                    <a:pt x="117428" y="381294"/>
                  </a:lnTo>
                  <a:close/>
                </a:path>
                <a:path w="513715" h="513714">
                  <a:moveTo>
                    <a:pt x="381241" y="95320"/>
                  </a:moveTo>
                  <a:lnTo>
                    <a:pt x="186925" y="95320"/>
                  </a:lnTo>
                  <a:lnTo>
                    <a:pt x="196894" y="93311"/>
                  </a:lnTo>
                  <a:lnTo>
                    <a:pt x="205054" y="87831"/>
                  </a:lnTo>
                  <a:lnTo>
                    <a:pt x="210565" y="79698"/>
                  </a:lnTo>
                  <a:lnTo>
                    <a:pt x="212589" y="69732"/>
                  </a:lnTo>
                  <a:lnTo>
                    <a:pt x="210565" y="59722"/>
                  </a:lnTo>
                  <a:lnTo>
                    <a:pt x="205054" y="51538"/>
                  </a:lnTo>
                  <a:lnTo>
                    <a:pt x="196894" y="46017"/>
                  </a:lnTo>
                  <a:lnTo>
                    <a:pt x="186925" y="43991"/>
                  </a:lnTo>
                  <a:lnTo>
                    <a:pt x="375075" y="43991"/>
                  </a:lnTo>
                  <a:lnTo>
                    <a:pt x="376276" y="45698"/>
                  </a:lnTo>
                  <a:lnTo>
                    <a:pt x="381241" y="68973"/>
                  </a:lnTo>
                  <a:lnTo>
                    <a:pt x="381241" y="95320"/>
                  </a:lnTo>
                  <a:close/>
                </a:path>
                <a:path w="513715" h="513714">
                  <a:moveTo>
                    <a:pt x="252945" y="513267"/>
                  </a:moveTo>
                  <a:lnTo>
                    <a:pt x="193919" y="503970"/>
                  </a:lnTo>
                  <a:lnTo>
                    <a:pt x="150634" y="481799"/>
                  </a:lnTo>
                  <a:lnTo>
                    <a:pt x="131930" y="441929"/>
                  </a:lnTo>
                  <a:lnTo>
                    <a:pt x="132050" y="325078"/>
                  </a:lnTo>
                  <a:lnTo>
                    <a:pt x="136845" y="301852"/>
                  </a:lnTo>
                  <a:lnTo>
                    <a:pt x="150204" y="282092"/>
                  </a:lnTo>
                  <a:lnTo>
                    <a:pt x="169923" y="268604"/>
                  </a:lnTo>
                  <a:lnTo>
                    <a:pt x="193919" y="263613"/>
                  </a:lnTo>
                  <a:lnTo>
                    <a:pt x="317758" y="263613"/>
                  </a:lnTo>
                  <a:lnTo>
                    <a:pt x="347268" y="257429"/>
                  </a:lnTo>
                  <a:lnTo>
                    <a:pt x="371956" y="240672"/>
                  </a:lnTo>
                  <a:lnTo>
                    <a:pt x="388908" y="216032"/>
                  </a:lnTo>
                  <a:lnTo>
                    <a:pt x="395207" y="186127"/>
                  </a:lnTo>
                  <a:lnTo>
                    <a:pt x="395207" y="131983"/>
                  </a:lnTo>
                  <a:lnTo>
                    <a:pt x="441734" y="131983"/>
                  </a:lnTo>
                  <a:lnTo>
                    <a:pt x="482921" y="149689"/>
                  </a:lnTo>
                  <a:lnTo>
                    <a:pt x="503721" y="193873"/>
                  </a:lnTo>
                  <a:lnTo>
                    <a:pt x="513228" y="259988"/>
                  </a:lnTo>
                  <a:lnTo>
                    <a:pt x="510929" y="289354"/>
                  </a:lnTo>
                  <a:lnTo>
                    <a:pt x="493822" y="343327"/>
                  </a:lnTo>
                  <a:lnTo>
                    <a:pt x="464860" y="375435"/>
                  </a:lnTo>
                  <a:lnTo>
                    <a:pt x="441734" y="379882"/>
                  </a:lnTo>
                  <a:lnTo>
                    <a:pt x="255912" y="379882"/>
                  </a:lnTo>
                  <a:lnTo>
                    <a:pt x="255912" y="395391"/>
                  </a:lnTo>
                  <a:lnTo>
                    <a:pt x="379746" y="395391"/>
                  </a:lnTo>
                  <a:lnTo>
                    <a:pt x="379746" y="417958"/>
                  </a:lnTo>
                  <a:lnTo>
                    <a:pt x="311579" y="417958"/>
                  </a:lnTo>
                  <a:lnTo>
                    <a:pt x="301609" y="419965"/>
                  </a:lnTo>
                  <a:lnTo>
                    <a:pt x="293449" y="425443"/>
                  </a:lnTo>
                  <a:lnTo>
                    <a:pt x="287939" y="433574"/>
                  </a:lnTo>
                  <a:lnTo>
                    <a:pt x="285916" y="443539"/>
                  </a:lnTo>
                  <a:lnTo>
                    <a:pt x="287939" y="453551"/>
                  </a:lnTo>
                  <a:lnTo>
                    <a:pt x="293450" y="461736"/>
                  </a:lnTo>
                  <a:lnTo>
                    <a:pt x="301610" y="467260"/>
                  </a:lnTo>
                  <a:lnTo>
                    <a:pt x="311579" y="469286"/>
                  </a:lnTo>
                  <a:lnTo>
                    <a:pt x="371227" y="469286"/>
                  </a:lnTo>
                  <a:lnTo>
                    <a:pt x="360456" y="482826"/>
                  </a:lnTo>
                  <a:lnTo>
                    <a:pt x="340610" y="495478"/>
                  </a:lnTo>
                  <a:lnTo>
                    <a:pt x="317757" y="503970"/>
                  </a:lnTo>
                  <a:lnTo>
                    <a:pt x="284115" y="511232"/>
                  </a:lnTo>
                  <a:lnTo>
                    <a:pt x="252945" y="513267"/>
                  </a:lnTo>
                  <a:close/>
                </a:path>
                <a:path w="513715" h="513714">
                  <a:moveTo>
                    <a:pt x="371227" y="469286"/>
                  </a:moveTo>
                  <a:lnTo>
                    <a:pt x="311579" y="469286"/>
                  </a:lnTo>
                  <a:lnTo>
                    <a:pt x="321571" y="467260"/>
                  </a:lnTo>
                  <a:lnTo>
                    <a:pt x="329729" y="461736"/>
                  </a:lnTo>
                  <a:lnTo>
                    <a:pt x="335228" y="453551"/>
                  </a:lnTo>
                  <a:lnTo>
                    <a:pt x="337245" y="443539"/>
                  </a:lnTo>
                  <a:lnTo>
                    <a:pt x="335228" y="433574"/>
                  </a:lnTo>
                  <a:lnTo>
                    <a:pt x="329729" y="425443"/>
                  </a:lnTo>
                  <a:lnTo>
                    <a:pt x="321571" y="419965"/>
                  </a:lnTo>
                  <a:lnTo>
                    <a:pt x="311579" y="417958"/>
                  </a:lnTo>
                  <a:lnTo>
                    <a:pt x="379746" y="417958"/>
                  </a:lnTo>
                  <a:lnTo>
                    <a:pt x="379746" y="441929"/>
                  </a:lnTo>
                  <a:lnTo>
                    <a:pt x="374449" y="465235"/>
                  </a:lnTo>
                  <a:lnTo>
                    <a:pt x="371227" y="469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14826" y="6185734"/>
            <a:ext cx="315341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-20" dirty="0">
                <a:solidFill>
                  <a:srgbClr val="FFFFFF"/>
                </a:solidFill>
                <a:latin typeface="Tahoma"/>
                <a:cs typeface="Tahoma"/>
              </a:rPr>
              <a:t>Azadeh</a:t>
            </a:r>
            <a:r>
              <a:rPr sz="2550" b="1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Mobasher</a:t>
            </a:r>
            <a:endParaRPr sz="25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00" dirty="0">
                <a:solidFill>
                  <a:srgbClr val="FFFFFF"/>
                </a:solidFill>
                <a:latin typeface="Tahoma"/>
                <a:cs typeface="Tahoma"/>
              </a:rPr>
              <a:t>Principal</a:t>
            </a:r>
            <a:r>
              <a:rPr sz="225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135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225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Tahoma"/>
                <a:cs typeface="Tahoma"/>
              </a:rPr>
              <a:t>Scientist</a:t>
            </a:r>
            <a:endParaRPr sz="225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333629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0" dirty="0"/>
              <a:t>POS</a:t>
            </a:r>
            <a:r>
              <a:rPr spc="-160" dirty="0"/>
              <a:t> </a:t>
            </a:r>
            <a:r>
              <a:rPr spc="-150" dirty="0"/>
              <a:t>tagging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1821864"/>
          <a:ext cx="8760459" cy="355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8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3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POS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Example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7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VERB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Verb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run,</a:t>
                      </a:r>
                      <a:r>
                        <a:rPr sz="2550" spc="-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eat,</a:t>
                      </a:r>
                      <a:r>
                        <a:rPr sz="2550" spc="-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ate,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take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6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NOUN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Noun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7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man,</a:t>
                      </a:r>
                      <a:r>
                        <a:rPr sz="2550" spc="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airplane,</a:t>
                      </a:r>
                      <a:r>
                        <a:rPr sz="2550" spc="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tree,</a:t>
                      </a:r>
                      <a:r>
                        <a:rPr sz="2550" spc="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flower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2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ADJ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Adjective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big,</a:t>
                      </a:r>
                      <a:r>
                        <a:rPr sz="2550" spc="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old,</a:t>
                      </a:r>
                      <a:r>
                        <a:rPr sz="2550" spc="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0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incompatible,</a:t>
                      </a:r>
                      <a:r>
                        <a:rPr sz="2550" spc="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conflicting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ADV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Adverb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very,</a:t>
                      </a:r>
                      <a:r>
                        <a:rPr sz="2550" spc="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down,</a:t>
                      </a:r>
                      <a:r>
                        <a:rPr sz="2550" spc="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there,</a:t>
                      </a:r>
                      <a:r>
                        <a:rPr sz="2550" spc="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tomorrow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28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CONJ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Conjunction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7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and,</a:t>
                      </a:r>
                      <a:r>
                        <a:rPr sz="2550" spc="-10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-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or,</a:t>
                      </a:r>
                      <a:r>
                        <a:rPr sz="2550" spc="-10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but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1174582"/>
            <a:ext cx="1304607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30" dirty="0">
                <a:solidFill>
                  <a:srgbClr val="04182D"/>
                </a:solidFill>
                <a:latin typeface="Tahoma"/>
                <a:cs typeface="Tahoma"/>
              </a:rPr>
              <a:t>Categorizing</a:t>
            </a:r>
            <a:r>
              <a:rPr sz="2550" b="1" spc="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words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grammatically,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based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function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context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within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sentence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0" dirty="0"/>
              <a:t>POS</a:t>
            </a:r>
            <a:r>
              <a:rPr spc="-155" dirty="0"/>
              <a:t> </a:t>
            </a:r>
            <a:r>
              <a:rPr spc="-185" dirty="0"/>
              <a:t>tagging</a:t>
            </a:r>
            <a:r>
              <a:rPr spc="-155" dirty="0"/>
              <a:t> </a:t>
            </a:r>
            <a:r>
              <a:rPr spc="-330" dirty="0"/>
              <a:t>with</a:t>
            </a:r>
            <a:r>
              <a:rPr spc="-150" dirty="0"/>
              <a:t> </a:t>
            </a:r>
            <a:r>
              <a:rPr spc="-10" dirty="0"/>
              <a:t>spaCy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24914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3479967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00697" y="3336673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5">
                <a:moveTo>
                  <a:pt x="865132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2" y="0"/>
                </a:lnTo>
                <a:lnTo>
                  <a:pt x="909717" y="16785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2"/>
                </a:lnTo>
                <a:lnTo>
                  <a:pt x="924851" y="397957"/>
                </a:lnTo>
                <a:lnTo>
                  <a:pt x="886124" y="425702"/>
                </a:lnTo>
                <a:lnTo>
                  <a:pt x="870457" y="429353"/>
                </a:lnTo>
                <a:lnTo>
                  <a:pt x="865132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56884" y="3336673"/>
            <a:ext cx="777875" cy="429895"/>
          </a:xfrm>
          <a:custGeom>
            <a:avLst/>
            <a:gdLst/>
            <a:ahLst/>
            <a:cxnLst/>
            <a:rect l="l" t="t" r="r" b="b"/>
            <a:pathLst>
              <a:path w="777875" h="429895">
                <a:moveTo>
                  <a:pt x="701368" y="429877"/>
                </a:moveTo>
                <a:lnTo>
                  <a:pt x="76504" y="429877"/>
                </a:lnTo>
                <a:lnTo>
                  <a:pt x="71179" y="429353"/>
                </a:lnTo>
                <a:lnTo>
                  <a:pt x="31919" y="413091"/>
                </a:lnTo>
                <a:lnTo>
                  <a:pt x="4174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5"/>
                </a:lnTo>
                <a:lnTo>
                  <a:pt x="76504" y="0"/>
                </a:lnTo>
                <a:lnTo>
                  <a:pt x="701368" y="0"/>
                </a:lnTo>
                <a:lnTo>
                  <a:pt x="745954" y="16785"/>
                </a:lnTo>
                <a:lnTo>
                  <a:pt x="773698" y="55513"/>
                </a:lnTo>
                <a:lnTo>
                  <a:pt x="777874" y="76505"/>
                </a:lnTo>
                <a:lnTo>
                  <a:pt x="777874" y="353372"/>
                </a:lnTo>
                <a:lnTo>
                  <a:pt x="761087" y="397957"/>
                </a:lnTo>
                <a:lnTo>
                  <a:pt x="722359" y="425702"/>
                </a:lnTo>
                <a:lnTo>
                  <a:pt x="706694" y="429353"/>
                </a:lnTo>
                <a:lnTo>
                  <a:pt x="701368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4135019"/>
            <a:ext cx="102352" cy="1023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900697" y="3991726"/>
            <a:ext cx="2661285" cy="429895"/>
          </a:xfrm>
          <a:custGeom>
            <a:avLst/>
            <a:gdLst/>
            <a:ahLst/>
            <a:cxnLst/>
            <a:rect l="l" t="t" r="r" b="b"/>
            <a:pathLst>
              <a:path w="2661285" h="429895">
                <a:moveTo>
                  <a:pt x="2584646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2584646" y="0"/>
                </a:lnTo>
                <a:lnTo>
                  <a:pt x="2629230" y="16785"/>
                </a:lnTo>
                <a:lnTo>
                  <a:pt x="2656975" y="55513"/>
                </a:lnTo>
                <a:lnTo>
                  <a:pt x="2661150" y="76505"/>
                </a:lnTo>
                <a:lnTo>
                  <a:pt x="2661150" y="353372"/>
                </a:lnTo>
                <a:lnTo>
                  <a:pt x="2644363" y="397956"/>
                </a:lnTo>
                <a:lnTo>
                  <a:pt x="2605636" y="425702"/>
                </a:lnTo>
                <a:lnTo>
                  <a:pt x="2589970" y="429353"/>
                </a:lnTo>
                <a:lnTo>
                  <a:pt x="2584646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47056" y="1993398"/>
            <a:ext cx="10060940" cy="2383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POS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tagging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confirms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meaning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word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Some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words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such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as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35" dirty="0">
                <a:solidFill>
                  <a:srgbClr val="04182D"/>
                </a:solidFill>
                <a:latin typeface="Tahoma"/>
                <a:cs typeface="Tahoma"/>
              </a:rPr>
              <a:t>watch</a:t>
            </a:r>
            <a:r>
              <a:rPr sz="2550" b="1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be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both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noun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verb</a:t>
            </a:r>
            <a:endParaRPr sz="2550">
              <a:latin typeface="Tahoma"/>
              <a:cs typeface="Tahoma"/>
            </a:endParaRPr>
          </a:p>
          <a:p>
            <a:pPr marL="93980">
              <a:lnSpc>
                <a:spcPct val="100000"/>
              </a:lnSpc>
              <a:spcBef>
                <a:spcPts val="2100"/>
              </a:spcBef>
              <a:tabLst>
                <a:tab pos="5153660" algn="l"/>
              </a:tabLst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r>
              <a:rPr sz="2250" spc="38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captures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POS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tags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in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pos_</a:t>
            </a:r>
            <a:r>
              <a:rPr sz="2250" spc="37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feature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nlp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pipeline</a:t>
            </a:r>
            <a:endParaRPr sz="2550">
              <a:latin typeface="Tahoma"/>
              <a:cs typeface="Tahoma"/>
            </a:endParaRPr>
          </a:p>
          <a:p>
            <a:pPr marL="93980">
              <a:lnSpc>
                <a:spcPct val="100000"/>
              </a:lnSpc>
              <a:spcBef>
                <a:spcPts val="2095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spacy.explain()</a:t>
            </a:r>
            <a:r>
              <a:rPr sz="2250" spc="38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explains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given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POS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tag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8223" y="4605838"/>
            <a:ext cx="13025757" cy="1696313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0" dirty="0"/>
              <a:t>POS</a:t>
            </a:r>
            <a:r>
              <a:rPr spc="-155" dirty="0"/>
              <a:t> </a:t>
            </a:r>
            <a:r>
              <a:rPr spc="-185" dirty="0"/>
              <a:t>tagging</a:t>
            </a:r>
            <a:r>
              <a:rPr spc="-155" dirty="0"/>
              <a:t> </a:t>
            </a:r>
            <a:r>
              <a:rPr spc="-330" dirty="0"/>
              <a:t>with</a:t>
            </a:r>
            <a:r>
              <a:rPr spc="-150" dirty="0"/>
              <a:t> </a:t>
            </a:r>
            <a:r>
              <a:rPr spc="-10" dirty="0"/>
              <a:t>spaCy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36"/>
            <a:ext cx="7124065" cy="2866390"/>
            <a:chOff x="491289" y="1166836"/>
            <a:chExt cx="7124065" cy="2866390"/>
          </a:xfrm>
        </p:grpSpPr>
        <p:sp>
          <p:nvSpPr>
            <p:cNvPr id="4" name="object 4"/>
            <p:cNvSpPr/>
            <p:nvPr/>
          </p:nvSpPr>
          <p:spPr>
            <a:xfrm>
              <a:off x="491289" y="1166836"/>
              <a:ext cx="7124065" cy="2866390"/>
            </a:xfrm>
            <a:custGeom>
              <a:avLst/>
              <a:gdLst/>
              <a:ahLst/>
              <a:cxnLst/>
              <a:rect l="l" t="t" r="r" b="b"/>
              <a:pathLst>
                <a:path w="7124065" h="2866390">
                  <a:moveTo>
                    <a:pt x="7047191" y="2865854"/>
                  </a:moveTo>
                  <a:lnTo>
                    <a:pt x="76505" y="2865854"/>
                  </a:lnTo>
                  <a:lnTo>
                    <a:pt x="71180" y="2865330"/>
                  </a:lnTo>
                  <a:lnTo>
                    <a:pt x="31920" y="2849068"/>
                  </a:lnTo>
                  <a:lnTo>
                    <a:pt x="4175" y="2810340"/>
                  </a:lnTo>
                  <a:lnTo>
                    <a:pt x="0" y="2789349"/>
                  </a:lnTo>
                  <a:lnTo>
                    <a:pt x="0" y="2783973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7047191" y="0"/>
                  </a:lnTo>
                  <a:lnTo>
                    <a:pt x="7091775" y="16786"/>
                  </a:lnTo>
                  <a:lnTo>
                    <a:pt x="7119520" y="55513"/>
                  </a:lnTo>
                  <a:lnTo>
                    <a:pt x="7123696" y="76505"/>
                  </a:lnTo>
                  <a:lnTo>
                    <a:pt x="7123696" y="2789349"/>
                  </a:lnTo>
                  <a:lnTo>
                    <a:pt x="7106908" y="2833934"/>
                  </a:lnTo>
                  <a:lnTo>
                    <a:pt x="7068182" y="2861679"/>
                  </a:lnTo>
                  <a:lnTo>
                    <a:pt x="7052515" y="2865330"/>
                  </a:lnTo>
                  <a:lnTo>
                    <a:pt x="7047191" y="286585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3910" y="3128708"/>
              <a:ext cx="1828164" cy="210820"/>
            </a:xfrm>
            <a:custGeom>
              <a:avLst/>
              <a:gdLst/>
              <a:ahLst/>
              <a:cxnLst/>
              <a:rect l="l" t="t" r="r" b="b"/>
              <a:pathLst>
                <a:path w="1828164" h="210820">
                  <a:moveTo>
                    <a:pt x="133172" y="9004"/>
                  </a:moveTo>
                  <a:lnTo>
                    <a:pt x="83997" y="9004"/>
                  </a:lnTo>
                  <a:lnTo>
                    <a:pt x="74777" y="9702"/>
                  </a:lnTo>
                  <a:lnTo>
                    <a:pt x="44157" y="33058"/>
                  </a:lnTo>
                  <a:lnTo>
                    <a:pt x="41236" y="49936"/>
                  </a:lnTo>
                  <a:lnTo>
                    <a:pt x="41236" y="58254"/>
                  </a:lnTo>
                  <a:lnTo>
                    <a:pt x="0" y="58254"/>
                  </a:lnTo>
                  <a:lnTo>
                    <a:pt x="0" y="90119"/>
                  </a:lnTo>
                  <a:lnTo>
                    <a:pt x="41236" y="90119"/>
                  </a:lnTo>
                  <a:lnTo>
                    <a:pt x="41236" y="208000"/>
                  </a:lnTo>
                  <a:lnTo>
                    <a:pt x="75184" y="208000"/>
                  </a:lnTo>
                  <a:lnTo>
                    <a:pt x="75184" y="90119"/>
                  </a:lnTo>
                  <a:lnTo>
                    <a:pt x="133172" y="90119"/>
                  </a:lnTo>
                  <a:lnTo>
                    <a:pt x="133172" y="58254"/>
                  </a:lnTo>
                  <a:lnTo>
                    <a:pt x="75184" y="58254"/>
                  </a:lnTo>
                  <a:lnTo>
                    <a:pt x="75184" y="46710"/>
                  </a:lnTo>
                  <a:lnTo>
                    <a:pt x="75895" y="44500"/>
                  </a:lnTo>
                  <a:lnTo>
                    <a:pt x="78790" y="41605"/>
                  </a:lnTo>
                  <a:lnTo>
                    <a:pt x="81013" y="40868"/>
                  </a:lnTo>
                  <a:lnTo>
                    <a:pt x="133172" y="40868"/>
                  </a:lnTo>
                  <a:lnTo>
                    <a:pt x="133172" y="9004"/>
                  </a:lnTo>
                  <a:close/>
                </a:path>
                <a:path w="1828164" h="210820">
                  <a:moveTo>
                    <a:pt x="281940" y="112090"/>
                  </a:moveTo>
                  <a:lnTo>
                    <a:pt x="280924" y="99161"/>
                  </a:lnTo>
                  <a:lnTo>
                    <a:pt x="277863" y="87642"/>
                  </a:lnTo>
                  <a:lnTo>
                    <a:pt x="276123" y="84201"/>
                  </a:lnTo>
                  <a:lnTo>
                    <a:pt x="272757" y="77533"/>
                  </a:lnTo>
                  <a:lnTo>
                    <a:pt x="265633" y="68834"/>
                  </a:lnTo>
                  <a:lnTo>
                    <a:pt x="256806" y="61836"/>
                  </a:lnTo>
                  <a:lnTo>
                    <a:pt x="248056" y="57556"/>
                  </a:lnTo>
                  <a:lnTo>
                    <a:pt x="248056" y="102933"/>
                  </a:lnTo>
                  <a:lnTo>
                    <a:pt x="248056" y="160477"/>
                  </a:lnTo>
                  <a:lnTo>
                    <a:pt x="245833" y="167525"/>
                  </a:lnTo>
                  <a:lnTo>
                    <a:pt x="236982" y="176885"/>
                  </a:lnTo>
                  <a:lnTo>
                    <a:pt x="230492" y="179222"/>
                  </a:lnTo>
                  <a:lnTo>
                    <a:pt x="213321" y="179222"/>
                  </a:lnTo>
                  <a:lnTo>
                    <a:pt x="206819" y="176885"/>
                  </a:lnTo>
                  <a:lnTo>
                    <a:pt x="197993" y="167525"/>
                  </a:lnTo>
                  <a:lnTo>
                    <a:pt x="195795" y="160477"/>
                  </a:lnTo>
                  <a:lnTo>
                    <a:pt x="195795" y="102933"/>
                  </a:lnTo>
                  <a:lnTo>
                    <a:pt x="197993" y="95910"/>
                  </a:lnTo>
                  <a:lnTo>
                    <a:pt x="206819" y="86550"/>
                  </a:lnTo>
                  <a:lnTo>
                    <a:pt x="213321" y="84201"/>
                  </a:lnTo>
                  <a:lnTo>
                    <a:pt x="230492" y="84201"/>
                  </a:lnTo>
                  <a:lnTo>
                    <a:pt x="236982" y="86550"/>
                  </a:lnTo>
                  <a:lnTo>
                    <a:pt x="241388" y="91249"/>
                  </a:lnTo>
                  <a:lnTo>
                    <a:pt x="245833" y="95910"/>
                  </a:lnTo>
                  <a:lnTo>
                    <a:pt x="248056" y="57556"/>
                  </a:lnTo>
                  <a:lnTo>
                    <a:pt x="221932" y="52832"/>
                  </a:lnTo>
                  <a:lnTo>
                    <a:pt x="208864" y="53835"/>
                  </a:lnTo>
                  <a:lnTo>
                    <a:pt x="171005" y="77533"/>
                  </a:lnTo>
                  <a:lnTo>
                    <a:pt x="161848" y="151066"/>
                  </a:lnTo>
                  <a:lnTo>
                    <a:pt x="162864" y="164109"/>
                  </a:lnTo>
                  <a:lnTo>
                    <a:pt x="186956" y="201574"/>
                  </a:lnTo>
                  <a:lnTo>
                    <a:pt x="221932" y="210578"/>
                  </a:lnTo>
                  <a:lnTo>
                    <a:pt x="234950" y="209575"/>
                  </a:lnTo>
                  <a:lnTo>
                    <a:pt x="272757" y="185864"/>
                  </a:lnTo>
                  <a:lnTo>
                    <a:pt x="281940" y="151066"/>
                  </a:lnTo>
                  <a:lnTo>
                    <a:pt x="281940" y="112090"/>
                  </a:lnTo>
                  <a:close/>
                </a:path>
                <a:path w="1828164" h="210820">
                  <a:moveTo>
                    <a:pt x="442277" y="110324"/>
                  </a:moveTo>
                  <a:lnTo>
                    <a:pt x="427482" y="68516"/>
                  </a:lnTo>
                  <a:lnTo>
                    <a:pt x="387934" y="52832"/>
                  </a:lnTo>
                  <a:lnTo>
                    <a:pt x="372643" y="54914"/>
                  </a:lnTo>
                  <a:lnTo>
                    <a:pt x="361302" y="61150"/>
                  </a:lnTo>
                  <a:lnTo>
                    <a:pt x="353936" y="71539"/>
                  </a:lnTo>
                  <a:lnTo>
                    <a:pt x="350532" y="86080"/>
                  </a:lnTo>
                  <a:lnTo>
                    <a:pt x="350608" y="85648"/>
                  </a:lnTo>
                  <a:lnTo>
                    <a:pt x="355892" y="55422"/>
                  </a:lnTo>
                  <a:lnTo>
                    <a:pt x="322516" y="55422"/>
                  </a:lnTo>
                  <a:lnTo>
                    <a:pt x="322516" y="208000"/>
                  </a:lnTo>
                  <a:lnTo>
                    <a:pt x="356387" y="208000"/>
                  </a:lnTo>
                  <a:lnTo>
                    <a:pt x="356450" y="102730"/>
                  </a:lnTo>
                  <a:lnTo>
                    <a:pt x="358686" y="95681"/>
                  </a:lnTo>
                  <a:lnTo>
                    <a:pt x="367499" y="86080"/>
                  </a:lnTo>
                  <a:lnTo>
                    <a:pt x="367982" y="85648"/>
                  </a:lnTo>
                  <a:lnTo>
                    <a:pt x="374294" y="83185"/>
                  </a:lnTo>
                  <a:lnTo>
                    <a:pt x="390918" y="83185"/>
                  </a:lnTo>
                  <a:lnTo>
                    <a:pt x="397319" y="85648"/>
                  </a:lnTo>
                  <a:lnTo>
                    <a:pt x="401726" y="90551"/>
                  </a:lnTo>
                  <a:lnTo>
                    <a:pt x="406184" y="95465"/>
                  </a:lnTo>
                  <a:lnTo>
                    <a:pt x="406247" y="95681"/>
                  </a:lnTo>
                  <a:lnTo>
                    <a:pt x="408406" y="102730"/>
                  </a:lnTo>
                  <a:lnTo>
                    <a:pt x="408406" y="124180"/>
                  </a:lnTo>
                  <a:lnTo>
                    <a:pt x="442277" y="124180"/>
                  </a:lnTo>
                  <a:lnTo>
                    <a:pt x="442277" y="110324"/>
                  </a:lnTo>
                  <a:close/>
                </a:path>
                <a:path w="1828164" h="210820">
                  <a:moveTo>
                    <a:pt x="1640992" y="14859"/>
                  </a:moveTo>
                  <a:lnTo>
                    <a:pt x="1638909" y="9829"/>
                  </a:lnTo>
                  <a:lnTo>
                    <a:pt x="1630591" y="1981"/>
                  </a:lnTo>
                  <a:lnTo>
                    <a:pt x="1625307" y="0"/>
                  </a:lnTo>
                  <a:lnTo>
                    <a:pt x="1607299" y="0"/>
                  </a:lnTo>
                  <a:lnTo>
                    <a:pt x="1602003" y="1981"/>
                  </a:lnTo>
                  <a:lnTo>
                    <a:pt x="1593697" y="9829"/>
                  </a:lnTo>
                  <a:lnTo>
                    <a:pt x="1591614" y="14859"/>
                  </a:lnTo>
                  <a:lnTo>
                    <a:pt x="1591614" y="27254"/>
                  </a:lnTo>
                  <a:lnTo>
                    <a:pt x="1593659" y="32245"/>
                  </a:lnTo>
                  <a:lnTo>
                    <a:pt x="1597723" y="36017"/>
                  </a:lnTo>
                  <a:lnTo>
                    <a:pt x="1601838" y="39763"/>
                  </a:lnTo>
                  <a:lnTo>
                    <a:pt x="1607172" y="41630"/>
                  </a:lnTo>
                  <a:lnTo>
                    <a:pt x="1625219" y="41630"/>
                  </a:lnTo>
                  <a:lnTo>
                    <a:pt x="1630489" y="39763"/>
                  </a:lnTo>
                  <a:lnTo>
                    <a:pt x="1638909" y="32245"/>
                  </a:lnTo>
                  <a:lnTo>
                    <a:pt x="1640992" y="27254"/>
                  </a:lnTo>
                  <a:lnTo>
                    <a:pt x="1640992" y="14859"/>
                  </a:lnTo>
                  <a:close/>
                </a:path>
                <a:path w="1828164" h="210820">
                  <a:moveTo>
                    <a:pt x="1683550" y="176136"/>
                  </a:moveTo>
                  <a:lnTo>
                    <a:pt x="1635823" y="176136"/>
                  </a:lnTo>
                  <a:lnTo>
                    <a:pt x="1635823" y="55422"/>
                  </a:lnTo>
                  <a:lnTo>
                    <a:pt x="1558061" y="55422"/>
                  </a:lnTo>
                  <a:lnTo>
                    <a:pt x="1558061" y="87287"/>
                  </a:lnTo>
                  <a:lnTo>
                    <a:pt x="1601876" y="87287"/>
                  </a:lnTo>
                  <a:lnTo>
                    <a:pt x="1601876" y="176136"/>
                  </a:lnTo>
                  <a:lnTo>
                    <a:pt x="1551635" y="176136"/>
                  </a:lnTo>
                  <a:lnTo>
                    <a:pt x="1551635" y="208000"/>
                  </a:lnTo>
                  <a:lnTo>
                    <a:pt x="1683550" y="208000"/>
                  </a:lnTo>
                  <a:lnTo>
                    <a:pt x="1683550" y="176136"/>
                  </a:lnTo>
                  <a:close/>
                </a:path>
                <a:path w="1828164" h="210820">
                  <a:moveTo>
                    <a:pt x="1827911" y="107175"/>
                  </a:moveTo>
                  <a:lnTo>
                    <a:pt x="1827022" y="95504"/>
                  </a:lnTo>
                  <a:lnTo>
                    <a:pt x="1824367" y="85039"/>
                  </a:lnTo>
                  <a:lnTo>
                    <a:pt x="1823478" y="83185"/>
                  </a:lnTo>
                  <a:lnTo>
                    <a:pt x="1819935" y="75793"/>
                  </a:lnTo>
                  <a:lnTo>
                    <a:pt x="1787144" y="53771"/>
                  </a:lnTo>
                  <a:lnTo>
                    <a:pt x="1775891" y="52832"/>
                  </a:lnTo>
                  <a:lnTo>
                    <a:pt x="1767268" y="53403"/>
                  </a:lnTo>
                  <a:lnTo>
                    <a:pt x="1741449" y="67030"/>
                  </a:lnTo>
                  <a:lnTo>
                    <a:pt x="1741487" y="66814"/>
                  </a:lnTo>
                  <a:lnTo>
                    <a:pt x="1743278" y="55422"/>
                  </a:lnTo>
                  <a:lnTo>
                    <a:pt x="1709394" y="55422"/>
                  </a:lnTo>
                  <a:lnTo>
                    <a:pt x="1709394" y="208000"/>
                  </a:lnTo>
                  <a:lnTo>
                    <a:pt x="1743278" y="208000"/>
                  </a:lnTo>
                  <a:lnTo>
                    <a:pt x="1743278" y="102895"/>
                  </a:lnTo>
                  <a:lnTo>
                    <a:pt x="1743798" y="101244"/>
                  </a:lnTo>
                  <a:lnTo>
                    <a:pt x="1745691" y="95504"/>
                  </a:lnTo>
                  <a:lnTo>
                    <a:pt x="1752993" y="87464"/>
                  </a:lnTo>
                  <a:lnTo>
                    <a:pt x="1754784" y="85496"/>
                  </a:lnTo>
                  <a:lnTo>
                    <a:pt x="1755089" y="85496"/>
                  </a:lnTo>
                  <a:lnTo>
                    <a:pt x="1760969" y="83185"/>
                  </a:lnTo>
                  <a:lnTo>
                    <a:pt x="1776920" y="83185"/>
                  </a:lnTo>
                  <a:lnTo>
                    <a:pt x="1782991" y="85496"/>
                  </a:lnTo>
                  <a:lnTo>
                    <a:pt x="1787359" y="90119"/>
                  </a:lnTo>
                  <a:lnTo>
                    <a:pt x="1791766" y="94691"/>
                  </a:lnTo>
                  <a:lnTo>
                    <a:pt x="1793963" y="101244"/>
                  </a:lnTo>
                  <a:lnTo>
                    <a:pt x="1793963" y="208000"/>
                  </a:lnTo>
                  <a:lnTo>
                    <a:pt x="1827911" y="208000"/>
                  </a:lnTo>
                  <a:lnTo>
                    <a:pt x="1827911" y="107175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4278335"/>
            <a:ext cx="7124065" cy="2456815"/>
          </a:xfrm>
          <a:custGeom>
            <a:avLst/>
            <a:gdLst/>
            <a:ahLst/>
            <a:cxnLst/>
            <a:rect l="l" t="t" r="r" b="b"/>
            <a:pathLst>
              <a:path w="7124065" h="2456815">
                <a:moveTo>
                  <a:pt x="7047191" y="2456447"/>
                </a:moveTo>
                <a:lnTo>
                  <a:pt x="76505" y="2456447"/>
                </a:lnTo>
                <a:lnTo>
                  <a:pt x="71180" y="2455922"/>
                </a:lnTo>
                <a:lnTo>
                  <a:pt x="31920" y="2439659"/>
                </a:lnTo>
                <a:lnTo>
                  <a:pt x="4175" y="2400931"/>
                </a:lnTo>
                <a:lnTo>
                  <a:pt x="0" y="2379941"/>
                </a:lnTo>
                <a:lnTo>
                  <a:pt x="0" y="2374565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20" y="55513"/>
                </a:lnTo>
                <a:lnTo>
                  <a:pt x="7123696" y="76505"/>
                </a:lnTo>
                <a:lnTo>
                  <a:pt x="7123696" y="2379941"/>
                </a:lnTo>
                <a:lnTo>
                  <a:pt x="7106908" y="2424526"/>
                </a:lnTo>
                <a:lnTo>
                  <a:pt x="7068182" y="2452270"/>
                </a:lnTo>
                <a:lnTo>
                  <a:pt x="7052515" y="2455922"/>
                </a:lnTo>
                <a:lnTo>
                  <a:pt x="7047191" y="2456447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5720" y="1346558"/>
            <a:ext cx="4820285" cy="205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verb_sent</a:t>
            </a:r>
            <a:r>
              <a:rPr sz="2000" spc="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000" spc="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"I</a:t>
            </a:r>
            <a:r>
              <a:rPr sz="2000" spc="5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watch</a:t>
            </a:r>
            <a:r>
              <a:rPr sz="2000" spc="5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BE2F72"/>
                </a:solidFill>
                <a:latin typeface="Courier New"/>
                <a:cs typeface="Courier New"/>
              </a:rPr>
              <a:t>TV."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000">
              <a:latin typeface="Courier New"/>
              <a:cs typeface="Courier New"/>
            </a:endParaRPr>
          </a:p>
          <a:p>
            <a:pPr marL="12700" marR="5080">
              <a:lnSpc>
                <a:spcPct val="141000"/>
              </a:lnSpc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([(token.text,</a:t>
            </a:r>
            <a:r>
              <a:rPr sz="2000" spc="1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token.pos_, spacy.explain(token.pos_))</a:t>
            </a:r>
            <a:endParaRPr sz="2000">
              <a:latin typeface="Courier New"/>
              <a:cs typeface="Courier New"/>
            </a:endParaRPr>
          </a:p>
          <a:p>
            <a:pPr marL="630555">
              <a:lnSpc>
                <a:spcPct val="100000"/>
              </a:lnSpc>
              <a:spcBef>
                <a:spcPts val="985"/>
              </a:spcBef>
              <a:tabLst>
                <a:tab pos="2022475" algn="l"/>
              </a:tabLst>
            </a:pP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token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nlp(verb_sent)])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720" y="4358161"/>
            <a:ext cx="4665980" cy="174498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[('I',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'PRON',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'pronoun'),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('watch',</a:t>
            </a:r>
            <a:r>
              <a:rPr sz="2000" spc="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'VERB',</a:t>
            </a:r>
            <a:r>
              <a:rPr sz="2000" spc="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'verb'),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('TV',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'NOUN',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'noun'),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('.',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'PUNCT',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'punctuation')]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42512" y="1166836"/>
            <a:ext cx="7124065" cy="2866390"/>
            <a:chOff x="7942512" y="1166836"/>
            <a:chExt cx="7124065" cy="2866390"/>
          </a:xfrm>
        </p:grpSpPr>
        <p:sp>
          <p:nvSpPr>
            <p:cNvPr id="10" name="object 10"/>
            <p:cNvSpPr/>
            <p:nvPr/>
          </p:nvSpPr>
          <p:spPr>
            <a:xfrm>
              <a:off x="7942512" y="1166836"/>
              <a:ext cx="7124065" cy="2866390"/>
            </a:xfrm>
            <a:custGeom>
              <a:avLst/>
              <a:gdLst/>
              <a:ahLst/>
              <a:cxnLst/>
              <a:rect l="l" t="t" r="r" b="b"/>
              <a:pathLst>
                <a:path w="7124065" h="2866390">
                  <a:moveTo>
                    <a:pt x="7047191" y="2865854"/>
                  </a:moveTo>
                  <a:lnTo>
                    <a:pt x="76504" y="2865854"/>
                  </a:lnTo>
                  <a:lnTo>
                    <a:pt x="71179" y="2865330"/>
                  </a:lnTo>
                  <a:lnTo>
                    <a:pt x="31919" y="2849068"/>
                  </a:lnTo>
                  <a:lnTo>
                    <a:pt x="4174" y="2810340"/>
                  </a:lnTo>
                  <a:lnTo>
                    <a:pt x="0" y="2789349"/>
                  </a:lnTo>
                  <a:lnTo>
                    <a:pt x="0" y="2783973"/>
                  </a:lnTo>
                  <a:lnTo>
                    <a:pt x="0" y="76505"/>
                  </a:lnTo>
                  <a:lnTo>
                    <a:pt x="16785" y="31920"/>
                  </a:lnTo>
                  <a:lnTo>
                    <a:pt x="55512" y="4175"/>
                  </a:lnTo>
                  <a:lnTo>
                    <a:pt x="76504" y="0"/>
                  </a:lnTo>
                  <a:lnTo>
                    <a:pt x="7047191" y="0"/>
                  </a:lnTo>
                  <a:lnTo>
                    <a:pt x="7091775" y="16786"/>
                  </a:lnTo>
                  <a:lnTo>
                    <a:pt x="7119519" y="55513"/>
                  </a:lnTo>
                  <a:lnTo>
                    <a:pt x="7123695" y="76505"/>
                  </a:lnTo>
                  <a:lnTo>
                    <a:pt x="7123695" y="2789349"/>
                  </a:lnTo>
                  <a:lnTo>
                    <a:pt x="7106909" y="2833934"/>
                  </a:lnTo>
                  <a:lnTo>
                    <a:pt x="7068181" y="2861679"/>
                  </a:lnTo>
                  <a:lnTo>
                    <a:pt x="7052515" y="2865330"/>
                  </a:lnTo>
                  <a:lnTo>
                    <a:pt x="7047191" y="286585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05127" y="3128708"/>
              <a:ext cx="1828164" cy="210820"/>
            </a:xfrm>
            <a:custGeom>
              <a:avLst/>
              <a:gdLst/>
              <a:ahLst/>
              <a:cxnLst/>
              <a:rect l="l" t="t" r="r" b="b"/>
              <a:pathLst>
                <a:path w="1828165" h="210820">
                  <a:moveTo>
                    <a:pt x="133184" y="9004"/>
                  </a:moveTo>
                  <a:lnTo>
                    <a:pt x="83997" y="9004"/>
                  </a:lnTo>
                  <a:lnTo>
                    <a:pt x="74790" y="9702"/>
                  </a:lnTo>
                  <a:lnTo>
                    <a:pt x="44157" y="33058"/>
                  </a:lnTo>
                  <a:lnTo>
                    <a:pt x="41249" y="49936"/>
                  </a:lnTo>
                  <a:lnTo>
                    <a:pt x="41249" y="58254"/>
                  </a:lnTo>
                  <a:lnTo>
                    <a:pt x="0" y="58254"/>
                  </a:lnTo>
                  <a:lnTo>
                    <a:pt x="0" y="90119"/>
                  </a:lnTo>
                  <a:lnTo>
                    <a:pt x="41249" y="90119"/>
                  </a:lnTo>
                  <a:lnTo>
                    <a:pt x="41249" y="208000"/>
                  </a:lnTo>
                  <a:lnTo>
                    <a:pt x="75184" y="208000"/>
                  </a:lnTo>
                  <a:lnTo>
                    <a:pt x="75184" y="90119"/>
                  </a:lnTo>
                  <a:lnTo>
                    <a:pt x="133184" y="90119"/>
                  </a:lnTo>
                  <a:lnTo>
                    <a:pt x="133184" y="58254"/>
                  </a:lnTo>
                  <a:lnTo>
                    <a:pt x="75184" y="58254"/>
                  </a:lnTo>
                  <a:lnTo>
                    <a:pt x="75184" y="46710"/>
                  </a:lnTo>
                  <a:lnTo>
                    <a:pt x="75895" y="44500"/>
                  </a:lnTo>
                  <a:lnTo>
                    <a:pt x="78803" y="41605"/>
                  </a:lnTo>
                  <a:lnTo>
                    <a:pt x="81026" y="40868"/>
                  </a:lnTo>
                  <a:lnTo>
                    <a:pt x="133184" y="40868"/>
                  </a:lnTo>
                  <a:lnTo>
                    <a:pt x="133184" y="9004"/>
                  </a:lnTo>
                  <a:close/>
                </a:path>
                <a:path w="1828165" h="210820">
                  <a:moveTo>
                    <a:pt x="281940" y="112090"/>
                  </a:moveTo>
                  <a:lnTo>
                    <a:pt x="280924" y="99161"/>
                  </a:lnTo>
                  <a:lnTo>
                    <a:pt x="277863" y="87642"/>
                  </a:lnTo>
                  <a:lnTo>
                    <a:pt x="276123" y="84201"/>
                  </a:lnTo>
                  <a:lnTo>
                    <a:pt x="272770" y="77533"/>
                  </a:lnTo>
                  <a:lnTo>
                    <a:pt x="265633" y="68834"/>
                  </a:lnTo>
                  <a:lnTo>
                    <a:pt x="256806" y="61836"/>
                  </a:lnTo>
                  <a:lnTo>
                    <a:pt x="248069" y="57569"/>
                  </a:lnTo>
                  <a:lnTo>
                    <a:pt x="248069" y="102933"/>
                  </a:lnTo>
                  <a:lnTo>
                    <a:pt x="248069" y="160477"/>
                  </a:lnTo>
                  <a:lnTo>
                    <a:pt x="245833" y="167525"/>
                  </a:lnTo>
                  <a:lnTo>
                    <a:pt x="236982" y="176885"/>
                  </a:lnTo>
                  <a:lnTo>
                    <a:pt x="230492" y="179222"/>
                  </a:lnTo>
                  <a:lnTo>
                    <a:pt x="213321" y="179222"/>
                  </a:lnTo>
                  <a:lnTo>
                    <a:pt x="206819" y="176885"/>
                  </a:lnTo>
                  <a:lnTo>
                    <a:pt x="198005" y="167525"/>
                  </a:lnTo>
                  <a:lnTo>
                    <a:pt x="195795" y="160477"/>
                  </a:lnTo>
                  <a:lnTo>
                    <a:pt x="195795" y="102933"/>
                  </a:lnTo>
                  <a:lnTo>
                    <a:pt x="198005" y="95910"/>
                  </a:lnTo>
                  <a:lnTo>
                    <a:pt x="206819" y="86550"/>
                  </a:lnTo>
                  <a:lnTo>
                    <a:pt x="213321" y="84201"/>
                  </a:lnTo>
                  <a:lnTo>
                    <a:pt x="230492" y="84201"/>
                  </a:lnTo>
                  <a:lnTo>
                    <a:pt x="236982" y="86550"/>
                  </a:lnTo>
                  <a:lnTo>
                    <a:pt x="241388" y="91249"/>
                  </a:lnTo>
                  <a:lnTo>
                    <a:pt x="245833" y="95910"/>
                  </a:lnTo>
                  <a:lnTo>
                    <a:pt x="248069" y="57569"/>
                  </a:lnTo>
                  <a:lnTo>
                    <a:pt x="221932" y="52832"/>
                  </a:lnTo>
                  <a:lnTo>
                    <a:pt x="208876" y="53835"/>
                  </a:lnTo>
                  <a:lnTo>
                    <a:pt x="171005" y="77533"/>
                  </a:lnTo>
                  <a:lnTo>
                    <a:pt x="161861" y="151066"/>
                  </a:lnTo>
                  <a:lnTo>
                    <a:pt x="162877" y="164109"/>
                  </a:lnTo>
                  <a:lnTo>
                    <a:pt x="186956" y="201574"/>
                  </a:lnTo>
                  <a:lnTo>
                    <a:pt x="221932" y="210578"/>
                  </a:lnTo>
                  <a:lnTo>
                    <a:pt x="234962" y="209575"/>
                  </a:lnTo>
                  <a:lnTo>
                    <a:pt x="272770" y="185864"/>
                  </a:lnTo>
                  <a:lnTo>
                    <a:pt x="276098" y="179222"/>
                  </a:lnTo>
                  <a:lnTo>
                    <a:pt x="277863" y="175704"/>
                  </a:lnTo>
                  <a:lnTo>
                    <a:pt x="280924" y="164109"/>
                  </a:lnTo>
                  <a:lnTo>
                    <a:pt x="281940" y="151066"/>
                  </a:lnTo>
                  <a:lnTo>
                    <a:pt x="281940" y="112090"/>
                  </a:lnTo>
                  <a:close/>
                </a:path>
                <a:path w="1828165" h="210820">
                  <a:moveTo>
                    <a:pt x="442290" y="110324"/>
                  </a:moveTo>
                  <a:lnTo>
                    <a:pt x="441363" y="97917"/>
                  </a:lnTo>
                  <a:lnTo>
                    <a:pt x="438594" y="86804"/>
                  </a:lnTo>
                  <a:lnTo>
                    <a:pt x="436880" y="83185"/>
                  </a:lnTo>
                  <a:lnTo>
                    <a:pt x="433971" y="77012"/>
                  </a:lnTo>
                  <a:lnTo>
                    <a:pt x="399694" y="53809"/>
                  </a:lnTo>
                  <a:lnTo>
                    <a:pt x="387946" y="52832"/>
                  </a:lnTo>
                  <a:lnTo>
                    <a:pt x="372643" y="54914"/>
                  </a:lnTo>
                  <a:lnTo>
                    <a:pt x="361315" y="61150"/>
                  </a:lnTo>
                  <a:lnTo>
                    <a:pt x="353936" y="71539"/>
                  </a:lnTo>
                  <a:lnTo>
                    <a:pt x="350545" y="86080"/>
                  </a:lnTo>
                  <a:lnTo>
                    <a:pt x="350621" y="85648"/>
                  </a:lnTo>
                  <a:lnTo>
                    <a:pt x="355892" y="55422"/>
                  </a:lnTo>
                  <a:lnTo>
                    <a:pt x="322516" y="55422"/>
                  </a:lnTo>
                  <a:lnTo>
                    <a:pt x="322516" y="208000"/>
                  </a:lnTo>
                  <a:lnTo>
                    <a:pt x="356400" y="208000"/>
                  </a:lnTo>
                  <a:lnTo>
                    <a:pt x="356450" y="102730"/>
                  </a:lnTo>
                  <a:lnTo>
                    <a:pt x="358686" y="95681"/>
                  </a:lnTo>
                  <a:lnTo>
                    <a:pt x="367512" y="86080"/>
                  </a:lnTo>
                  <a:lnTo>
                    <a:pt x="367982" y="85648"/>
                  </a:lnTo>
                  <a:lnTo>
                    <a:pt x="374307" y="83185"/>
                  </a:lnTo>
                  <a:lnTo>
                    <a:pt x="390931" y="83185"/>
                  </a:lnTo>
                  <a:lnTo>
                    <a:pt x="397332" y="85648"/>
                  </a:lnTo>
                  <a:lnTo>
                    <a:pt x="401739" y="90551"/>
                  </a:lnTo>
                  <a:lnTo>
                    <a:pt x="406184" y="95465"/>
                  </a:lnTo>
                  <a:lnTo>
                    <a:pt x="406247" y="95681"/>
                  </a:lnTo>
                  <a:lnTo>
                    <a:pt x="408406" y="102730"/>
                  </a:lnTo>
                  <a:lnTo>
                    <a:pt x="408406" y="124180"/>
                  </a:lnTo>
                  <a:lnTo>
                    <a:pt x="442290" y="124180"/>
                  </a:lnTo>
                  <a:lnTo>
                    <a:pt x="442290" y="110324"/>
                  </a:lnTo>
                  <a:close/>
                </a:path>
                <a:path w="1828165" h="210820">
                  <a:moveTo>
                    <a:pt x="1640992" y="14859"/>
                  </a:moveTo>
                  <a:lnTo>
                    <a:pt x="1638909" y="9829"/>
                  </a:lnTo>
                  <a:lnTo>
                    <a:pt x="1630603" y="1981"/>
                  </a:lnTo>
                  <a:lnTo>
                    <a:pt x="1625307" y="0"/>
                  </a:lnTo>
                  <a:lnTo>
                    <a:pt x="1607299" y="0"/>
                  </a:lnTo>
                  <a:lnTo>
                    <a:pt x="1602016" y="1981"/>
                  </a:lnTo>
                  <a:lnTo>
                    <a:pt x="1593697" y="9829"/>
                  </a:lnTo>
                  <a:lnTo>
                    <a:pt x="1591627" y="14859"/>
                  </a:lnTo>
                  <a:lnTo>
                    <a:pt x="1591627" y="27254"/>
                  </a:lnTo>
                  <a:lnTo>
                    <a:pt x="1593659" y="32245"/>
                  </a:lnTo>
                  <a:lnTo>
                    <a:pt x="1597736" y="36017"/>
                  </a:lnTo>
                  <a:lnTo>
                    <a:pt x="1601851" y="39763"/>
                  </a:lnTo>
                  <a:lnTo>
                    <a:pt x="1607172" y="41630"/>
                  </a:lnTo>
                  <a:lnTo>
                    <a:pt x="1625231" y="41630"/>
                  </a:lnTo>
                  <a:lnTo>
                    <a:pt x="1630502" y="39763"/>
                  </a:lnTo>
                  <a:lnTo>
                    <a:pt x="1638909" y="32245"/>
                  </a:lnTo>
                  <a:lnTo>
                    <a:pt x="1640992" y="27254"/>
                  </a:lnTo>
                  <a:lnTo>
                    <a:pt x="1640992" y="14859"/>
                  </a:lnTo>
                  <a:close/>
                </a:path>
                <a:path w="1828165" h="210820">
                  <a:moveTo>
                    <a:pt x="1683562" y="176136"/>
                  </a:moveTo>
                  <a:lnTo>
                    <a:pt x="1635823" y="176136"/>
                  </a:lnTo>
                  <a:lnTo>
                    <a:pt x="1635823" y="55422"/>
                  </a:lnTo>
                  <a:lnTo>
                    <a:pt x="1558061" y="55422"/>
                  </a:lnTo>
                  <a:lnTo>
                    <a:pt x="1558061" y="87287"/>
                  </a:lnTo>
                  <a:lnTo>
                    <a:pt x="1601889" y="87287"/>
                  </a:lnTo>
                  <a:lnTo>
                    <a:pt x="1601889" y="176136"/>
                  </a:lnTo>
                  <a:lnTo>
                    <a:pt x="1551635" y="176136"/>
                  </a:lnTo>
                  <a:lnTo>
                    <a:pt x="1551635" y="208000"/>
                  </a:lnTo>
                  <a:lnTo>
                    <a:pt x="1683562" y="208000"/>
                  </a:lnTo>
                  <a:lnTo>
                    <a:pt x="1683562" y="176136"/>
                  </a:lnTo>
                  <a:close/>
                </a:path>
                <a:path w="1828165" h="210820">
                  <a:moveTo>
                    <a:pt x="1827911" y="107175"/>
                  </a:moveTo>
                  <a:lnTo>
                    <a:pt x="1827022" y="95504"/>
                  </a:lnTo>
                  <a:lnTo>
                    <a:pt x="1824367" y="85039"/>
                  </a:lnTo>
                  <a:lnTo>
                    <a:pt x="1823478" y="83185"/>
                  </a:lnTo>
                  <a:lnTo>
                    <a:pt x="1819948" y="75793"/>
                  </a:lnTo>
                  <a:lnTo>
                    <a:pt x="1787144" y="53771"/>
                  </a:lnTo>
                  <a:lnTo>
                    <a:pt x="1775904" y="52832"/>
                  </a:lnTo>
                  <a:lnTo>
                    <a:pt x="1767281" y="53403"/>
                  </a:lnTo>
                  <a:lnTo>
                    <a:pt x="1741462" y="67030"/>
                  </a:lnTo>
                  <a:lnTo>
                    <a:pt x="1741487" y="66814"/>
                  </a:lnTo>
                  <a:lnTo>
                    <a:pt x="1743278" y="55422"/>
                  </a:lnTo>
                  <a:lnTo>
                    <a:pt x="1709407" y="55422"/>
                  </a:lnTo>
                  <a:lnTo>
                    <a:pt x="1709407" y="208000"/>
                  </a:lnTo>
                  <a:lnTo>
                    <a:pt x="1743278" y="208000"/>
                  </a:lnTo>
                  <a:lnTo>
                    <a:pt x="1743278" y="102895"/>
                  </a:lnTo>
                  <a:lnTo>
                    <a:pt x="1743798" y="101244"/>
                  </a:lnTo>
                  <a:lnTo>
                    <a:pt x="1745703" y="95504"/>
                  </a:lnTo>
                  <a:lnTo>
                    <a:pt x="1752993" y="87464"/>
                  </a:lnTo>
                  <a:lnTo>
                    <a:pt x="1754784" y="85496"/>
                  </a:lnTo>
                  <a:lnTo>
                    <a:pt x="1755101" y="85496"/>
                  </a:lnTo>
                  <a:lnTo>
                    <a:pt x="1760982" y="83185"/>
                  </a:lnTo>
                  <a:lnTo>
                    <a:pt x="1776933" y="83185"/>
                  </a:lnTo>
                  <a:lnTo>
                    <a:pt x="1782991" y="85496"/>
                  </a:lnTo>
                  <a:lnTo>
                    <a:pt x="1787359" y="90119"/>
                  </a:lnTo>
                  <a:lnTo>
                    <a:pt x="1791766" y="94691"/>
                  </a:lnTo>
                  <a:lnTo>
                    <a:pt x="1793976" y="101244"/>
                  </a:lnTo>
                  <a:lnTo>
                    <a:pt x="1793976" y="208000"/>
                  </a:lnTo>
                  <a:lnTo>
                    <a:pt x="1827911" y="208000"/>
                  </a:lnTo>
                  <a:lnTo>
                    <a:pt x="1827911" y="107175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7942512" y="4278335"/>
            <a:ext cx="7124065" cy="2886710"/>
          </a:xfrm>
          <a:custGeom>
            <a:avLst/>
            <a:gdLst/>
            <a:ahLst/>
            <a:cxnLst/>
            <a:rect l="l" t="t" r="r" b="b"/>
            <a:pathLst>
              <a:path w="7124065" h="2886709">
                <a:moveTo>
                  <a:pt x="7047191" y="2886324"/>
                </a:moveTo>
                <a:lnTo>
                  <a:pt x="76504" y="2886324"/>
                </a:lnTo>
                <a:lnTo>
                  <a:pt x="71179" y="2885799"/>
                </a:lnTo>
                <a:lnTo>
                  <a:pt x="31919" y="2869538"/>
                </a:lnTo>
                <a:lnTo>
                  <a:pt x="4174" y="2830810"/>
                </a:lnTo>
                <a:lnTo>
                  <a:pt x="0" y="2809819"/>
                </a:lnTo>
                <a:lnTo>
                  <a:pt x="0" y="2804443"/>
                </a:lnTo>
                <a:lnTo>
                  <a:pt x="0" y="76505"/>
                </a:lnTo>
                <a:lnTo>
                  <a:pt x="16785" y="31919"/>
                </a:lnTo>
                <a:lnTo>
                  <a:pt x="55512" y="4174"/>
                </a:lnTo>
                <a:lnTo>
                  <a:pt x="76504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19" y="55513"/>
                </a:lnTo>
                <a:lnTo>
                  <a:pt x="7123695" y="76505"/>
                </a:lnTo>
                <a:lnTo>
                  <a:pt x="7123695" y="2809819"/>
                </a:lnTo>
                <a:lnTo>
                  <a:pt x="7106909" y="2854403"/>
                </a:lnTo>
                <a:lnTo>
                  <a:pt x="7068181" y="2882148"/>
                </a:lnTo>
                <a:lnTo>
                  <a:pt x="7052515" y="2885799"/>
                </a:lnTo>
                <a:lnTo>
                  <a:pt x="7047191" y="288632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076943" y="1346558"/>
            <a:ext cx="5903595" cy="205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noun_sent</a:t>
            </a:r>
            <a:r>
              <a:rPr sz="2000" spc="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000" spc="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"I</a:t>
            </a:r>
            <a:r>
              <a:rPr sz="2000" spc="5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left</a:t>
            </a:r>
            <a:r>
              <a:rPr sz="2000" spc="5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without</a:t>
            </a:r>
            <a:r>
              <a:rPr sz="2000" spc="5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my</a:t>
            </a:r>
            <a:r>
              <a:rPr sz="2000" spc="5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BE2F72"/>
                </a:solidFill>
                <a:latin typeface="Courier New"/>
                <a:cs typeface="Courier New"/>
              </a:rPr>
              <a:t>watch."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000">
              <a:latin typeface="Courier New"/>
              <a:cs typeface="Courier New"/>
            </a:endParaRPr>
          </a:p>
          <a:p>
            <a:pPr marL="12700" marR="1087755">
              <a:lnSpc>
                <a:spcPct val="141000"/>
              </a:lnSpc>
            </a:pPr>
            <a:r>
              <a:rPr sz="200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([(token.text,</a:t>
            </a:r>
            <a:r>
              <a:rPr sz="2000" spc="1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token.pos_, spacy.explain(token.pos_))</a:t>
            </a:r>
            <a:endParaRPr sz="2000">
              <a:latin typeface="Courier New"/>
              <a:cs typeface="Courier New"/>
            </a:endParaRPr>
          </a:p>
          <a:p>
            <a:pPr marL="630555">
              <a:lnSpc>
                <a:spcPct val="100000"/>
              </a:lnSpc>
              <a:spcBef>
                <a:spcPts val="985"/>
              </a:spcBef>
              <a:tabLst>
                <a:tab pos="2022475" algn="l"/>
              </a:tabLst>
            </a:pP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token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000" spc="-10" dirty="0">
                <a:solidFill>
                  <a:srgbClr val="04182D"/>
                </a:solidFill>
                <a:latin typeface="Courier New"/>
                <a:cs typeface="Courier New"/>
              </a:rPr>
              <a:t>nlp(noun_sent)])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76943" y="4358161"/>
            <a:ext cx="5130165" cy="260477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[('I',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'PRON',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'pronoun'),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('left',</a:t>
            </a:r>
            <a:r>
              <a:rPr sz="2000" spc="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'VERB',</a:t>
            </a:r>
            <a:r>
              <a:rPr sz="2000" spc="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'verb'),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('without',</a:t>
            </a:r>
            <a:r>
              <a:rPr sz="2000" spc="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'ADP',</a:t>
            </a:r>
            <a:r>
              <a:rPr sz="2000" spc="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'adposition'),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('my',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'PRON',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'pronoun'),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('watch',</a:t>
            </a:r>
            <a:r>
              <a:rPr sz="2000" spc="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'NOUN',</a:t>
            </a:r>
            <a:r>
              <a:rPr sz="2000" spc="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'noun'),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('.',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'PUNCT',</a:t>
            </a:r>
            <a:r>
              <a:rPr sz="2000" spc="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'punctuation')]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50" dirty="0"/>
              <a:t>Named</a:t>
            </a:r>
            <a:r>
              <a:rPr spc="-140" dirty="0"/>
              <a:t> </a:t>
            </a:r>
            <a:r>
              <a:rPr spc="-229" dirty="0"/>
              <a:t>entity</a:t>
            </a:r>
            <a:r>
              <a:rPr spc="-135" dirty="0"/>
              <a:t> </a:t>
            </a:r>
            <a:r>
              <a:rPr spc="-190" dirty="0"/>
              <a:t>recognition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2476917"/>
          <a:ext cx="8658858" cy="4151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2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Entity</a:t>
                      </a:r>
                      <a:r>
                        <a:rPr sz="2550" b="1" spc="-10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b="1" spc="-2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PERSON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7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Named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person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family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7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ORG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2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Companies,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institutions,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etc.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9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GPE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Geo-</a:t>
                      </a:r>
                      <a:r>
                        <a:rPr sz="2550" spc="1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political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entity,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countries,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cities,</a:t>
                      </a:r>
                      <a:r>
                        <a:rPr sz="2550" spc="-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etc.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20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LOC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Non-</a:t>
                      </a:r>
                      <a:r>
                        <a:rPr sz="2550" spc="22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GPE</a:t>
                      </a:r>
                      <a:r>
                        <a:rPr sz="2550" spc="-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locations,</a:t>
                      </a:r>
                      <a:r>
                        <a:rPr sz="2550" spc="-2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mountain</a:t>
                      </a:r>
                      <a:r>
                        <a:rPr sz="2550" spc="-2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ranges,</a:t>
                      </a:r>
                      <a:r>
                        <a:rPr sz="2550" spc="-2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etc.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DATE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0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Absolute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relative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dates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sz="2550" spc="-3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periods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TIME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Time</a:t>
                      </a:r>
                      <a:r>
                        <a:rPr sz="2550" spc="-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9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smaller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than</a:t>
                      </a:r>
                      <a:r>
                        <a:rPr sz="2550" spc="-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22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2550" spc="-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550" spc="16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day</a:t>
                      </a:r>
                      <a:endParaRPr sz="2550">
                        <a:latin typeface="Tahoma"/>
                        <a:cs typeface="Tahoma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1174582"/>
            <a:ext cx="13124180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254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20" dirty="0">
                <a:solidFill>
                  <a:srgbClr val="04182D"/>
                </a:solidFill>
                <a:latin typeface="Tahoma"/>
                <a:cs typeface="Tahoma"/>
              </a:rPr>
              <a:t>named</a:t>
            </a:r>
            <a:r>
              <a:rPr sz="2550" b="1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55" dirty="0">
                <a:solidFill>
                  <a:srgbClr val="04182D"/>
                </a:solidFill>
                <a:latin typeface="Tahoma"/>
                <a:cs typeface="Tahoma"/>
              </a:rPr>
              <a:t>entity</a:t>
            </a:r>
            <a:r>
              <a:rPr sz="2550" b="1" spc="-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word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or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phrase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that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refers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specific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entity</a:t>
            </a:r>
            <a:r>
              <a:rPr sz="2550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with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name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b="1" spc="-65" dirty="0">
                <a:solidFill>
                  <a:srgbClr val="04182D"/>
                </a:solidFill>
                <a:latin typeface="Tahoma"/>
                <a:cs typeface="Tahoma"/>
              </a:rPr>
              <a:t>Named-</a:t>
            </a:r>
            <a:r>
              <a:rPr sz="2550" b="1" spc="-55" dirty="0">
                <a:solidFill>
                  <a:srgbClr val="04182D"/>
                </a:solidFill>
                <a:latin typeface="Tahoma"/>
                <a:cs typeface="Tahoma"/>
              </a:rPr>
              <a:t>entity</a:t>
            </a:r>
            <a:r>
              <a:rPr sz="2550" b="1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65" dirty="0">
                <a:solidFill>
                  <a:srgbClr val="04182D"/>
                </a:solidFill>
                <a:latin typeface="Tahoma"/>
                <a:cs typeface="Tahoma"/>
              </a:rPr>
              <a:t>recognition</a:t>
            </a:r>
            <a:r>
              <a:rPr sz="2550" b="1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(NER)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classifies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named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entities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into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pre-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defined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categories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40" dirty="0"/>
              <a:t>NER</a:t>
            </a:r>
            <a:r>
              <a:rPr spc="-165" dirty="0"/>
              <a:t> </a:t>
            </a:r>
            <a:r>
              <a:rPr spc="-150" dirty="0"/>
              <a:t>and</a:t>
            </a:r>
            <a:r>
              <a:rPr spc="-160" dirty="0"/>
              <a:t> </a:t>
            </a:r>
            <a:r>
              <a:rPr spc="-10" dirty="0"/>
              <a:t>spaCy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00697" y="2026568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4">
                <a:moveTo>
                  <a:pt x="86513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2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2"/>
                </a:lnTo>
                <a:lnTo>
                  <a:pt x="924851" y="397957"/>
                </a:lnTo>
                <a:lnTo>
                  <a:pt x="886124" y="425702"/>
                </a:lnTo>
                <a:lnTo>
                  <a:pt x="870457" y="429353"/>
                </a:lnTo>
                <a:lnTo>
                  <a:pt x="86513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31448" y="2026568"/>
            <a:ext cx="593725" cy="429895"/>
          </a:xfrm>
          <a:custGeom>
            <a:avLst/>
            <a:gdLst/>
            <a:ahLst/>
            <a:cxnLst/>
            <a:rect l="l" t="t" r="r" b="b"/>
            <a:pathLst>
              <a:path w="593725" h="429894">
                <a:moveTo>
                  <a:pt x="517136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4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517136" y="0"/>
                </a:lnTo>
                <a:lnTo>
                  <a:pt x="561721" y="16786"/>
                </a:lnTo>
                <a:lnTo>
                  <a:pt x="589465" y="55513"/>
                </a:lnTo>
                <a:lnTo>
                  <a:pt x="593642" y="76505"/>
                </a:lnTo>
                <a:lnTo>
                  <a:pt x="593642" y="353372"/>
                </a:lnTo>
                <a:lnTo>
                  <a:pt x="576854" y="397957"/>
                </a:lnTo>
                <a:lnTo>
                  <a:pt x="538127" y="425702"/>
                </a:lnTo>
                <a:lnTo>
                  <a:pt x="522461" y="429353"/>
                </a:lnTo>
                <a:lnTo>
                  <a:pt x="517136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24914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570995" y="2681621"/>
            <a:ext cx="1453515" cy="429895"/>
          </a:xfrm>
          <a:custGeom>
            <a:avLst/>
            <a:gdLst/>
            <a:ahLst/>
            <a:cxnLst/>
            <a:rect l="l" t="t" r="r" b="b"/>
            <a:pathLst>
              <a:path w="1453515" h="429894">
                <a:moveTo>
                  <a:pt x="1376893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376893" y="0"/>
                </a:lnTo>
                <a:lnTo>
                  <a:pt x="1421477" y="16785"/>
                </a:lnTo>
                <a:lnTo>
                  <a:pt x="1449221" y="55513"/>
                </a:lnTo>
                <a:lnTo>
                  <a:pt x="1453397" y="76505"/>
                </a:lnTo>
                <a:lnTo>
                  <a:pt x="1453397" y="353373"/>
                </a:lnTo>
                <a:lnTo>
                  <a:pt x="1436611" y="397957"/>
                </a:lnTo>
                <a:lnTo>
                  <a:pt x="1397883" y="425702"/>
                </a:lnTo>
                <a:lnTo>
                  <a:pt x="1382217" y="429353"/>
                </a:lnTo>
                <a:lnTo>
                  <a:pt x="1376893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3479967"/>
            <a:ext cx="102352" cy="1023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900697" y="3336673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5">
                <a:moveTo>
                  <a:pt x="865132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2" y="0"/>
                </a:lnTo>
                <a:lnTo>
                  <a:pt x="909717" y="16785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2"/>
                </a:lnTo>
                <a:lnTo>
                  <a:pt x="924851" y="397957"/>
                </a:lnTo>
                <a:lnTo>
                  <a:pt x="886124" y="425702"/>
                </a:lnTo>
                <a:lnTo>
                  <a:pt x="870457" y="429353"/>
                </a:lnTo>
                <a:lnTo>
                  <a:pt x="865132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45560" y="3336673"/>
            <a:ext cx="1269365" cy="429895"/>
          </a:xfrm>
          <a:custGeom>
            <a:avLst/>
            <a:gdLst/>
            <a:ahLst/>
            <a:cxnLst/>
            <a:rect l="l" t="t" r="r" b="b"/>
            <a:pathLst>
              <a:path w="1269365" h="429895">
                <a:moveTo>
                  <a:pt x="1192659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19" y="413091"/>
                </a:lnTo>
                <a:lnTo>
                  <a:pt x="4174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5" y="0"/>
                </a:lnTo>
                <a:lnTo>
                  <a:pt x="1192659" y="0"/>
                </a:lnTo>
                <a:lnTo>
                  <a:pt x="1237243" y="16785"/>
                </a:lnTo>
                <a:lnTo>
                  <a:pt x="1264988" y="55513"/>
                </a:lnTo>
                <a:lnTo>
                  <a:pt x="1269164" y="76505"/>
                </a:lnTo>
                <a:lnTo>
                  <a:pt x="1269164" y="353372"/>
                </a:lnTo>
                <a:lnTo>
                  <a:pt x="1252377" y="397957"/>
                </a:lnTo>
                <a:lnTo>
                  <a:pt x="1213650" y="425702"/>
                </a:lnTo>
                <a:lnTo>
                  <a:pt x="1197984" y="429353"/>
                </a:lnTo>
                <a:lnTo>
                  <a:pt x="1192659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7056" y="1993398"/>
            <a:ext cx="11309985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25"/>
              </a:spcBef>
              <a:tabLst>
                <a:tab pos="7518400" algn="l"/>
              </a:tabLst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r>
              <a:rPr sz="2250" spc="3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models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extract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named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entities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using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NER</a:t>
            </a:r>
            <a:r>
              <a:rPr sz="2250" spc="36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pipeline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component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  <a:tabLst>
                <a:tab pos="5754370" algn="l"/>
              </a:tabLst>
            </a:pPr>
            <a:r>
              <a:rPr sz="2550" spc="175" dirty="0">
                <a:solidFill>
                  <a:srgbClr val="04182D"/>
                </a:solidFill>
                <a:latin typeface="Tahoma"/>
                <a:cs typeface="Tahoma"/>
              </a:rPr>
              <a:t>Named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entities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available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via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doc.ents</a:t>
            </a:r>
            <a:r>
              <a:rPr sz="2250" spc="3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property</a:t>
            </a:r>
            <a:endParaRPr sz="2550">
              <a:latin typeface="Tahoma"/>
              <a:cs typeface="Tahoma"/>
            </a:endParaRPr>
          </a:p>
          <a:p>
            <a:pPr marL="93980">
              <a:lnSpc>
                <a:spcPct val="100000"/>
              </a:lnSpc>
              <a:spcBef>
                <a:spcPts val="2100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r>
              <a:rPr sz="2250" spc="38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will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also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Tahoma"/>
                <a:cs typeface="Tahoma"/>
              </a:rPr>
              <a:t>tag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65" dirty="0">
                <a:solidFill>
                  <a:srgbClr val="04182D"/>
                </a:solidFill>
                <a:latin typeface="Tahoma"/>
                <a:cs typeface="Tahoma"/>
              </a:rPr>
              <a:t>each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entity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with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its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entity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label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55" dirty="0">
                <a:solidFill>
                  <a:srgbClr val="04182D"/>
                </a:solidFill>
                <a:latin typeface="Tahoma"/>
                <a:cs typeface="Tahoma"/>
              </a:rPr>
              <a:t>(</a:t>
            </a:r>
            <a:r>
              <a:rPr sz="2550" spc="-1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.label_</a:t>
            </a:r>
            <a:r>
              <a:rPr sz="2250" spc="-37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)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8223" y="3950785"/>
            <a:ext cx="13071376" cy="165893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40" dirty="0"/>
              <a:t>NER</a:t>
            </a:r>
            <a:r>
              <a:rPr spc="-165" dirty="0"/>
              <a:t> </a:t>
            </a:r>
            <a:r>
              <a:rPr spc="-150" dirty="0"/>
              <a:t>and</a:t>
            </a:r>
            <a:r>
              <a:rPr spc="-160" dirty="0"/>
              <a:t> </a:t>
            </a:r>
            <a:r>
              <a:rPr spc="-10" dirty="0"/>
              <a:t>spaCy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985628"/>
            <a:ext cx="14575155" cy="3275329"/>
            <a:chOff x="491289" y="1985628"/>
            <a:chExt cx="14575155" cy="3275329"/>
          </a:xfrm>
        </p:grpSpPr>
        <p:sp>
          <p:nvSpPr>
            <p:cNvPr id="4" name="object 4"/>
            <p:cNvSpPr/>
            <p:nvPr/>
          </p:nvSpPr>
          <p:spPr>
            <a:xfrm>
              <a:off x="491289" y="1985628"/>
              <a:ext cx="14575155" cy="3275329"/>
            </a:xfrm>
            <a:custGeom>
              <a:avLst/>
              <a:gdLst/>
              <a:ahLst/>
              <a:cxnLst/>
              <a:rect l="l" t="t" r="r" b="b"/>
              <a:pathLst>
                <a:path w="14575155" h="3275329">
                  <a:moveTo>
                    <a:pt x="14498413" y="3275262"/>
                  </a:moveTo>
                  <a:lnTo>
                    <a:pt x="76505" y="3275262"/>
                  </a:lnTo>
                  <a:lnTo>
                    <a:pt x="71180" y="3274738"/>
                  </a:lnTo>
                  <a:lnTo>
                    <a:pt x="31920" y="3258475"/>
                  </a:lnTo>
                  <a:lnTo>
                    <a:pt x="4175" y="3219748"/>
                  </a:lnTo>
                  <a:lnTo>
                    <a:pt x="0" y="3198757"/>
                  </a:lnTo>
                  <a:lnTo>
                    <a:pt x="0" y="3193381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3198757"/>
                  </a:lnTo>
                  <a:lnTo>
                    <a:pt x="14558132" y="3243342"/>
                  </a:lnTo>
                  <a:lnTo>
                    <a:pt x="14519404" y="3271086"/>
                  </a:lnTo>
                  <a:lnTo>
                    <a:pt x="14503737" y="3274738"/>
                  </a:lnTo>
                  <a:lnTo>
                    <a:pt x="14498413" y="3275262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7989" y="2266289"/>
              <a:ext cx="4956810" cy="2690495"/>
            </a:xfrm>
            <a:custGeom>
              <a:avLst/>
              <a:gdLst/>
              <a:ahLst/>
              <a:cxnLst/>
              <a:rect l="l" t="t" r="r" b="b"/>
              <a:pathLst>
                <a:path w="4956810" h="2690495">
                  <a:moveTo>
                    <a:pt x="99288" y="16510"/>
                  </a:moveTo>
                  <a:lnTo>
                    <a:pt x="96977" y="10922"/>
                  </a:lnTo>
                  <a:lnTo>
                    <a:pt x="87744" y="2197"/>
                  </a:lnTo>
                  <a:lnTo>
                    <a:pt x="81864" y="0"/>
                  </a:lnTo>
                  <a:lnTo>
                    <a:pt x="61861" y="0"/>
                  </a:lnTo>
                  <a:lnTo>
                    <a:pt x="55981" y="2197"/>
                  </a:lnTo>
                  <a:lnTo>
                    <a:pt x="46748" y="10922"/>
                  </a:lnTo>
                  <a:lnTo>
                    <a:pt x="44437" y="16510"/>
                  </a:lnTo>
                  <a:lnTo>
                    <a:pt x="44437" y="30276"/>
                  </a:lnTo>
                  <a:lnTo>
                    <a:pt x="46697" y="35826"/>
                  </a:lnTo>
                  <a:lnTo>
                    <a:pt x="51219" y="40017"/>
                  </a:lnTo>
                  <a:lnTo>
                    <a:pt x="55791" y="44170"/>
                  </a:lnTo>
                  <a:lnTo>
                    <a:pt x="61722" y="46253"/>
                  </a:lnTo>
                  <a:lnTo>
                    <a:pt x="81775" y="46253"/>
                  </a:lnTo>
                  <a:lnTo>
                    <a:pt x="87630" y="44170"/>
                  </a:lnTo>
                  <a:lnTo>
                    <a:pt x="96977" y="35826"/>
                  </a:lnTo>
                  <a:lnTo>
                    <a:pt x="99288" y="30276"/>
                  </a:lnTo>
                  <a:lnTo>
                    <a:pt x="99288" y="16510"/>
                  </a:lnTo>
                  <a:close/>
                </a:path>
                <a:path w="4956810" h="2690495">
                  <a:moveTo>
                    <a:pt x="146583" y="195707"/>
                  </a:moveTo>
                  <a:lnTo>
                    <a:pt x="93548" y="195707"/>
                  </a:lnTo>
                  <a:lnTo>
                    <a:pt x="93548" y="61569"/>
                  </a:lnTo>
                  <a:lnTo>
                    <a:pt x="7137" y="61569"/>
                  </a:lnTo>
                  <a:lnTo>
                    <a:pt x="7137" y="96977"/>
                  </a:lnTo>
                  <a:lnTo>
                    <a:pt x="55841" y="96977"/>
                  </a:lnTo>
                  <a:lnTo>
                    <a:pt x="55841" y="195707"/>
                  </a:lnTo>
                  <a:lnTo>
                    <a:pt x="0" y="195707"/>
                  </a:lnTo>
                  <a:lnTo>
                    <a:pt x="0" y="231101"/>
                  </a:lnTo>
                  <a:lnTo>
                    <a:pt x="146583" y="231101"/>
                  </a:lnTo>
                  <a:lnTo>
                    <a:pt x="146583" y="195707"/>
                  </a:lnTo>
                  <a:close/>
                </a:path>
                <a:path w="4956810" h="2690495">
                  <a:moveTo>
                    <a:pt x="313918" y="105371"/>
                  </a:moveTo>
                  <a:lnTo>
                    <a:pt x="313309" y="95554"/>
                  </a:lnTo>
                  <a:lnTo>
                    <a:pt x="312242" y="90398"/>
                  </a:lnTo>
                  <a:lnTo>
                    <a:pt x="311467" y="86690"/>
                  </a:lnTo>
                  <a:lnTo>
                    <a:pt x="310819" y="85013"/>
                  </a:lnTo>
                  <a:lnTo>
                    <a:pt x="310743" y="84797"/>
                  </a:lnTo>
                  <a:lnTo>
                    <a:pt x="276771" y="58699"/>
                  </a:lnTo>
                  <a:lnTo>
                    <a:pt x="268414" y="58699"/>
                  </a:lnTo>
                  <a:lnTo>
                    <a:pt x="261734" y="61010"/>
                  </a:lnTo>
                  <a:lnTo>
                    <a:pt x="260883" y="61569"/>
                  </a:lnTo>
                  <a:lnTo>
                    <a:pt x="250063" y="70827"/>
                  </a:lnTo>
                  <a:lnTo>
                    <a:pt x="249758" y="71767"/>
                  </a:lnTo>
                  <a:lnTo>
                    <a:pt x="249199" y="70205"/>
                  </a:lnTo>
                  <a:lnTo>
                    <a:pt x="248323" y="69481"/>
                  </a:lnTo>
                  <a:lnTo>
                    <a:pt x="248323" y="78765"/>
                  </a:lnTo>
                  <a:lnTo>
                    <a:pt x="248069" y="77038"/>
                  </a:lnTo>
                  <a:lnTo>
                    <a:pt x="248183" y="76669"/>
                  </a:lnTo>
                  <a:lnTo>
                    <a:pt x="248208" y="77038"/>
                  </a:lnTo>
                  <a:lnTo>
                    <a:pt x="248323" y="78765"/>
                  </a:lnTo>
                  <a:lnTo>
                    <a:pt x="248323" y="69481"/>
                  </a:lnTo>
                  <a:lnTo>
                    <a:pt x="243738" y="65633"/>
                  </a:lnTo>
                  <a:lnTo>
                    <a:pt x="238328" y="61010"/>
                  </a:lnTo>
                  <a:lnTo>
                    <a:pt x="231660" y="58699"/>
                  </a:lnTo>
                  <a:lnTo>
                    <a:pt x="215379" y="58699"/>
                  </a:lnTo>
                  <a:lnTo>
                    <a:pt x="208813" y="61010"/>
                  </a:lnTo>
                  <a:lnTo>
                    <a:pt x="208572" y="61010"/>
                  </a:lnTo>
                  <a:lnTo>
                    <a:pt x="201422" y="67233"/>
                  </a:lnTo>
                  <a:lnTo>
                    <a:pt x="202463" y="61569"/>
                  </a:lnTo>
                  <a:lnTo>
                    <a:pt x="196519" y="61569"/>
                  </a:lnTo>
                  <a:lnTo>
                    <a:pt x="196519" y="84455"/>
                  </a:lnTo>
                  <a:lnTo>
                    <a:pt x="195110" y="77038"/>
                  </a:lnTo>
                  <a:lnTo>
                    <a:pt x="195237" y="76669"/>
                  </a:lnTo>
                  <a:lnTo>
                    <a:pt x="195275" y="77038"/>
                  </a:lnTo>
                  <a:lnTo>
                    <a:pt x="195440" y="78765"/>
                  </a:lnTo>
                  <a:lnTo>
                    <a:pt x="196519" y="84455"/>
                  </a:lnTo>
                  <a:lnTo>
                    <a:pt x="196519" y="61569"/>
                  </a:lnTo>
                  <a:lnTo>
                    <a:pt x="167894" y="61569"/>
                  </a:lnTo>
                  <a:lnTo>
                    <a:pt x="167894" y="231101"/>
                  </a:lnTo>
                  <a:lnTo>
                    <a:pt x="203581" y="231101"/>
                  </a:lnTo>
                  <a:lnTo>
                    <a:pt x="203581" y="99631"/>
                  </a:lnTo>
                  <a:lnTo>
                    <a:pt x="204444" y="95948"/>
                  </a:lnTo>
                  <a:lnTo>
                    <a:pt x="207937" y="91516"/>
                  </a:lnTo>
                  <a:lnTo>
                    <a:pt x="210464" y="90398"/>
                  </a:lnTo>
                  <a:lnTo>
                    <a:pt x="217182" y="90398"/>
                  </a:lnTo>
                  <a:lnTo>
                    <a:pt x="219697" y="91516"/>
                  </a:lnTo>
                  <a:lnTo>
                    <a:pt x="223405" y="95948"/>
                  </a:lnTo>
                  <a:lnTo>
                    <a:pt x="224548" y="99631"/>
                  </a:lnTo>
                  <a:lnTo>
                    <a:pt x="224637" y="231101"/>
                  </a:lnTo>
                  <a:lnTo>
                    <a:pt x="257175" y="231101"/>
                  </a:lnTo>
                  <a:lnTo>
                    <a:pt x="257200" y="99631"/>
                  </a:lnTo>
                  <a:lnTo>
                    <a:pt x="258229" y="95948"/>
                  </a:lnTo>
                  <a:lnTo>
                    <a:pt x="262013" y="91516"/>
                  </a:lnTo>
                  <a:lnTo>
                    <a:pt x="264566" y="90398"/>
                  </a:lnTo>
                  <a:lnTo>
                    <a:pt x="271284" y="90398"/>
                  </a:lnTo>
                  <a:lnTo>
                    <a:pt x="273748" y="91516"/>
                  </a:lnTo>
                  <a:lnTo>
                    <a:pt x="277139" y="95948"/>
                  </a:lnTo>
                  <a:lnTo>
                    <a:pt x="278155" y="99631"/>
                  </a:lnTo>
                  <a:lnTo>
                    <a:pt x="278231" y="231101"/>
                  </a:lnTo>
                  <a:lnTo>
                    <a:pt x="313918" y="231101"/>
                  </a:lnTo>
                  <a:lnTo>
                    <a:pt x="313918" y="105371"/>
                  </a:lnTo>
                  <a:close/>
                </a:path>
                <a:path w="4956810" h="2690495">
                  <a:moveTo>
                    <a:pt x="479577" y="123139"/>
                  </a:moveTo>
                  <a:lnTo>
                    <a:pt x="478612" y="109283"/>
                  </a:lnTo>
                  <a:lnTo>
                    <a:pt x="475729" y="96850"/>
                  </a:lnTo>
                  <a:lnTo>
                    <a:pt x="474027" y="92989"/>
                  </a:lnTo>
                  <a:lnTo>
                    <a:pt x="470916" y="85877"/>
                  </a:lnTo>
                  <a:lnTo>
                    <a:pt x="464185" y="76339"/>
                  </a:lnTo>
                  <a:lnTo>
                    <a:pt x="455815" y="68618"/>
                  </a:lnTo>
                  <a:lnTo>
                    <a:pt x="446062" y="63119"/>
                  </a:lnTo>
                  <a:lnTo>
                    <a:pt x="441934" y="61899"/>
                  </a:lnTo>
                  <a:lnTo>
                    <a:pt x="441934" y="114147"/>
                  </a:lnTo>
                  <a:lnTo>
                    <a:pt x="441934" y="178536"/>
                  </a:lnTo>
                  <a:lnTo>
                    <a:pt x="439534" y="186512"/>
                  </a:lnTo>
                  <a:lnTo>
                    <a:pt x="430009" y="196964"/>
                  </a:lnTo>
                  <a:lnTo>
                    <a:pt x="422922" y="199694"/>
                  </a:lnTo>
                  <a:lnTo>
                    <a:pt x="404774" y="199694"/>
                  </a:lnTo>
                  <a:lnTo>
                    <a:pt x="385114" y="178536"/>
                  </a:lnTo>
                  <a:lnTo>
                    <a:pt x="385114" y="114147"/>
                  </a:lnTo>
                  <a:lnTo>
                    <a:pt x="387515" y="106705"/>
                  </a:lnTo>
                  <a:lnTo>
                    <a:pt x="396392" y="97193"/>
                  </a:lnTo>
                  <a:lnTo>
                    <a:pt x="396697" y="96850"/>
                  </a:lnTo>
                  <a:lnTo>
                    <a:pt x="398030" y="95631"/>
                  </a:lnTo>
                  <a:lnTo>
                    <a:pt x="404774" y="92989"/>
                  </a:lnTo>
                  <a:lnTo>
                    <a:pt x="422922" y="92989"/>
                  </a:lnTo>
                  <a:lnTo>
                    <a:pt x="429920" y="95631"/>
                  </a:lnTo>
                  <a:lnTo>
                    <a:pt x="439534" y="106172"/>
                  </a:lnTo>
                  <a:lnTo>
                    <a:pt x="441934" y="114147"/>
                  </a:lnTo>
                  <a:lnTo>
                    <a:pt x="441934" y="61899"/>
                  </a:lnTo>
                  <a:lnTo>
                    <a:pt x="434898" y="59804"/>
                  </a:lnTo>
                  <a:lnTo>
                    <a:pt x="422338" y="58699"/>
                  </a:lnTo>
                  <a:lnTo>
                    <a:pt x="412864" y="59334"/>
                  </a:lnTo>
                  <a:lnTo>
                    <a:pt x="382752" y="75780"/>
                  </a:lnTo>
                  <a:lnTo>
                    <a:pt x="384975" y="61569"/>
                  </a:lnTo>
                  <a:lnTo>
                    <a:pt x="378472" y="61569"/>
                  </a:lnTo>
                  <a:lnTo>
                    <a:pt x="378472" y="195986"/>
                  </a:lnTo>
                  <a:lnTo>
                    <a:pt x="378434" y="196964"/>
                  </a:lnTo>
                  <a:lnTo>
                    <a:pt x="378320" y="199694"/>
                  </a:lnTo>
                  <a:lnTo>
                    <a:pt x="378117" y="204355"/>
                  </a:lnTo>
                  <a:lnTo>
                    <a:pt x="378472" y="195986"/>
                  </a:lnTo>
                  <a:lnTo>
                    <a:pt x="378472" y="61569"/>
                  </a:lnTo>
                  <a:lnTo>
                    <a:pt x="347332" y="61569"/>
                  </a:lnTo>
                  <a:lnTo>
                    <a:pt x="347332" y="282663"/>
                  </a:lnTo>
                  <a:lnTo>
                    <a:pt x="384975" y="282663"/>
                  </a:lnTo>
                  <a:lnTo>
                    <a:pt x="384771" y="229565"/>
                  </a:lnTo>
                  <a:lnTo>
                    <a:pt x="382752" y="216979"/>
                  </a:lnTo>
                  <a:lnTo>
                    <a:pt x="383425" y="218173"/>
                  </a:lnTo>
                  <a:lnTo>
                    <a:pt x="422338" y="233972"/>
                  </a:lnTo>
                  <a:lnTo>
                    <a:pt x="434898" y="232867"/>
                  </a:lnTo>
                  <a:lnTo>
                    <a:pt x="470916" y="206781"/>
                  </a:lnTo>
                  <a:lnTo>
                    <a:pt x="479577" y="169252"/>
                  </a:lnTo>
                  <a:lnTo>
                    <a:pt x="479577" y="123139"/>
                  </a:lnTo>
                  <a:close/>
                </a:path>
                <a:path w="4956810" h="2690495">
                  <a:moveTo>
                    <a:pt x="651522" y="124548"/>
                  </a:moveTo>
                  <a:lnTo>
                    <a:pt x="641324" y="86144"/>
                  </a:lnTo>
                  <a:lnTo>
                    <a:pt x="613879" y="63957"/>
                  </a:lnTo>
                  <a:lnTo>
                    <a:pt x="613879" y="114376"/>
                  </a:lnTo>
                  <a:lnTo>
                    <a:pt x="613879" y="178308"/>
                  </a:lnTo>
                  <a:lnTo>
                    <a:pt x="611403" y="186143"/>
                  </a:lnTo>
                  <a:lnTo>
                    <a:pt x="601573" y="196545"/>
                  </a:lnTo>
                  <a:lnTo>
                    <a:pt x="594360" y="199123"/>
                  </a:lnTo>
                  <a:lnTo>
                    <a:pt x="575284" y="199123"/>
                  </a:lnTo>
                  <a:lnTo>
                    <a:pt x="568058" y="196545"/>
                  </a:lnTo>
                  <a:lnTo>
                    <a:pt x="558253" y="186143"/>
                  </a:lnTo>
                  <a:lnTo>
                    <a:pt x="555802" y="178308"/>
                  </a:lnTo>
                  <a:lnTo>
                    <a:pt x="555802" y="114376"/>
                  </a:lnTo>
                  <a:lnTo>
                    <a:pt x="558253" y="106565"/>
                  </a:lnTo>
                  <a:lnTo>
                    <a:pt x="568058" y="96164"/>
                  </a:lnTo>
                  <a:lnTo>
                    <a:pt x="575284" y="93548"/>
                  </a:lnTo>
                  <a:lnTo>
                    <a:pt x="594360" y="93548"/>
                  </a:lnTo>
                  <a:lnTo>
                    <a:pt x="601573" y="96164"/>
                  </a:lnTo>
                  <a:lnTo>
                    <a:pt x="606463" y="101384"/>
                  </a:lnTo>
                  <a:lnTo>
                    <a:pt x="611403" y="106565"/>
                  </a:lnTo>
                  <a:lnTo>
                    <a:pt x="613879" y="63957"/>
                  </a:lnTo>
                  <a:lnTo>
                    <a:pt x="584847" y="58699"/>
                  </a:lnTo>
                  <a:lnTo>
                    <a:pt x="570331" y="59817"/>
                  </a:lnTo>
                  <a:lnTo>
                    <a:pt x="528269" y="86144"/>
                  </a:lnTo>
                  <a:lnTo>
                    <a:pt x="518121" y="124548"/>
                  </a:lnTo>
                  <a:lnTo>
                    <a:pt x="518096" y="167855"/>
                  </a:lnTo>
                  <a:lnTo>
                    <a:pt x="519226" y="182346"/>
                  </a:lnTo>
                  <a:lnTo>
                    <a:pt x="545985" y="223977"/>
                  </a:lnTo>
                  <a:lnTo>
                    <a:pt x="584847" y="233972"/>
                  </a:lnTo>
                  <a:lnTo>
                    <a:pt x="599325" y="232867"/>
                  </a:lnTo>
                  <a:lnTo>
                    <a:pt x="641324" y="206514"/>
                  </a:lnTo>
                  <a:lnTo>
                    <a:pt x="651522" y="167855"/>
                  </a:lnTo>
                  <a:lnTo>
                    <a:pt x="651522" y="124548"/>
                  </a:lnTo>
                  <a:close/>
                </a:path>
                <a:path w="4956810" h="2690495">
                  <a:moveTo>
                    <a:pt x="829767" y="122580"/>
                  </a:moveTo>
                  <a:lnTo>
                    <a:pt x="828738" y="108788"/>
                  </a:lnTo>
                  <a:lnTo>
                    <a:pt x="825665" y="96456"/>
                  </a:lnTo>
                  <a:lnTo>
                    <a:pt x="823760" y="92430"/>
                  </a:lnTo>
                  <a:lnTo>
                    <a:pt x="820521" y="85559"/>
                  </a:lnTo>
                  <a:lnTo>
                    <a:pt x="782447" y="59791"/>
                  </a:lnTo>
                  <a:lnTo>
                    <a:pt x="769391" y="58699"/>
                  </a:lnTo>
                  <a:lnTo>
                    <a:pt x="752386" y="61010"/>
                  </a:lnTo>
                  <a:lnTo>
                    <a:pt x="739787" y="67945"/>
                  </a:lnTo>
                  <a:lnTo>
                    <a:pt x="731608" y="79489"/>
                  </a:lnTo>
                  <a:lnTo>
                    <a:pt x="727824" y="95643"/>
                  </a:lnTo>
                  <a:lnTo>
                    <a:pt x="727913" y="95161"/>
                  </a:lnTo>
                  <a:lnTo>
                    <a:pt x="733780" y="61569"/>
                  </a:lnTo>
                  <a:lnTo>
                    <a:pt x="696696" y="61569"/>
                  </a:lnTo>
                  <a:lnTo>
                    <a:pt x="696696" y="231101"/>
                  </a:lnTo>
                  <a:lnTo>
                    <a:pt x="734339" y="231101"/>
                  </a:lnTo>
                  <a:lnTo>
                    <a:pt x="734390" y="114147"/>
                  </a:lnTo>
                  <a:lnTo>
                    <a:pt x="736879" y="106311"/>
                  </a:lnTo>
                  <a:lnTo>
                    <a:pt x="746683" y="95643"/>
                  </a:lnTo>
                  <a:lnTo>
                    <a:pt x="747217" y="95161"/>
                  </a:lnTo>
                  <a:lnTo>
                    <a:pt x="754227" y="92430"/>
                  </a:lnTo>
                  <a:lnTo>
                    <a:pt x="772706" y="92430"/>
                  </a:lnTo>
                  <a:lnTo>
                    <a:pt x="779818" y="95161"/>
                  </a:lnTo>
                  <a:lnTo>
                    <a:pt x="789660" y="106070"/>
                  </a:lnTo>
                  <a:lnTo>
                    <a:pt x="789724" y="106311"/>
                  </a:lnTo>
                  <a:lnTo>
                    <a:pt x="792124" y="114147"/>
                  </a:lnTo>
                  <a:lnTo>
                    <a:pt x="792124" y="137972"/>
                  </a:lnTo>
                  <a:lnTo>
                    <a:pt x="829767" y="137972"/>
                  </a:lnTo>
                  <a:lnTo>
                    <a:pt x="829767" y="122580"/>
                  </a:lnTo>
                  <a:close/>
                </a:path>
                <a:path w="4956810" h="2690495">
                  <a:moveTo>
                    <a:pt x="997737" y="61569"/>
                  </a:moveTo>
                  <a:lnTo>
                    <a:pt x="934694" y="61569"/>
                  </a:lnTo>
                  <a:lnTo>
                    <a:pt x="934694" y="18618"/>
                  </a:lnTo>
                  <a:lnTo>
                    <a:pt x="896975" y="18618"/>
                  </a:lnTo>
                  <a:lnTo>
                    <a:pt x="896975" y="61569"/>
                  </a:lnTo>
                  <a:lnTo>
                    <a:pt x="852551" y="61569"/>
                  </a:lnTo>
                  <a:lnTo>
                    <a:pt x="852551" y="96977"/>
                  </a:lnTo>
                  <a:lnTo>
                    <a:pt x="896975" y="96977"/>
                  </a:lnTo>
                  <a:lnTo>
                    <a:pt x="896975" y="183591"/>
                  </a:lnTo>
                  <a:lnTo>
                    <a:pt x="897801" y="194144"/>
                  </a:lnTo>
                  <a:lnTo>
                    <a:pt x="925614" y="227952"/>
                  </a:lnTo>
                  <a:lnTo>
                    <a:pt x="945959" y="231101"/>
                  </a:lnTo>
                  <a:lnTo>
                    <a:pt x="994867" y="231101"/>
                  </a:lnTo>
                  <a:lnTo>
                    <a:pt x="994867" y="195707"/>
                  </a:lnTo>
                  <a:lnTo>
                    <a:pt x="941755" y="195707"/>
                  </a:lnTo>
                  <a:lnTo>
                    <a:pt x="938822" y="194818"/>
                  </a:lnTo>
                  <a:lnTo>
                    <a:pt x="935507" y="191274"/>
                  </a:lnTo>
                  <a:lnTo>
                    <a:pt x="934694" y="188125"/>
                  </a:lnTo>
                  <a:lnTo>
                    <a:pt x="934694" y="96977"/>
                  </a:lnTo>
                  <a:lnTo>
                    <a:pt x="997737" y="96977"/>
                  </a:lnTo>
                  <a:lnTo>
                    <a:pt x="997737" y="61569"/>
                  </a:lnTo>
                  <a:close/>
                </a:path>
                <a:path w="4956810" h="2690495">
                  <a:moveTo>
                    <a:pt x="4612792" y="2466454"/>
                  </a:moveTo>
                  <a:lnTo>
                    <a:pt x="4558144" y="2466454"/>
                  </a:lnTo>
                  <a:lnTo>
                    <a:pt x="4547908" y="2467229"/>
                  </a:lnTo>
                  <a:lnTo>
                    <a:pt x="4513872" y="2493187"/>
                  </a:lnTo>
                  <a:lnTo>
                    <a:pt x="4510633" y="2511933"/>
                  </a:lnTo>
                  <a:lnTo>
                    <a:pt x="4510633" y="2521166"/>
                  </a:lnTo>
                  <a:lnTo>
                    <a:pt x="4464812" y="2521166"/>
                  </a:lnTo>
                  <a:lnTo>
                    <a:pt x="4464812" y="2556573"/>
                  </a:lnTo>
                  <a:lnTo>
                    <a:pt x="4510633" y="2556573"/>
                  </a:lnTo>
                  <a:lnTo>
                    <a:pt x="4510633" y="2687548"/>
                  </a:lnTo>
                  <a:lnTo>
                    <a:pt x="4548352" y="2687548"/>
                  </a:lnTo>
                  <a:lnTo>
                    <a:pt x="4548352" y="2556573"/>
                  </a:lnTo>
                  <a:lnTo>
                    <a:pt x="4612792" y="2556573"/>
                  </a:lnTo>
                  <a:lnTo>
                    <a:pt x="4612792" y="2521166"/>
                  </a:lnTo>
                  <a:lnTo>
                    <a:pt x="4548352" y="2521166"/>
                  </a:lnTo>
                  <a:lnTo>
                    <a:pt x="4548352" y="2508339"/>
                  </a:lnTo>
                  <a:lnTo>
                    <a:pt x="4549140" y="2505887"/>
                  </a:lnTo>
                  <a:lnTo>
                    <a:pt x="4552366" y="2502674"/>
                  </a:lnTo>
                  <a:lnTo>
                    <a:pt x="4554829" y="2501862"/>
                  </a:lnTo>
                  <a:lnTo>
                    <a:pt x="4612792" y="2501862"/>
                  </a:lnTo>
                  <a:lnTo>
                    <a:pt x="4612792" y="2466454"/>
                  </a:lnTo>
                  <a:close/>
                </a:path>
                <a:path w="4956810" h="2690495">
                  <a:moveTo>
                    <a:pt x="4778159" y="2580995"/>
                  </a:moveTo>
                  <a:lnTo>
                    <a:pt x="4767973" y="2542590"/>
                  </a:lnTo>
                  <a:lnTo>
                    <a:pt x="4740516" y="2520404"/>
                  </a:lnTo>
                  <a:lnTo>
                    <a:pt x="4740516" y="2570823"/>
                  </a:lnTo>
                  <a:lnTo>
                    <a:pt x="4740516" y="2634754"/>
                  </a:lnTo>
                  <a:lnTo>
                    <a:pt x="4738052" y="2642590"/>
                  </a:lnTo>
                  <a:lnTo>
                    <a:pt x="4728210" y="2652992"/>
                  </a:lnTo>
                  <a:lnTo>
                    <a:pt x="4720996" y="2655582"/>
                  </a:lnTo>
                  <a:lnTo>
                    <a:pt x="4701921" y="2655582"/>
                  </a:lnTo>
                  <a:lnTo>
                    <a:pt x="4694694" y="2652992"/>
                  </a:lnTo>
                  <a:lnTo>
                    <a:pt x="4684903" y="2642590"/>
                  </a:lnTo>
                  <a:lnTo>
                    <a:pt x="4682452" y="2634754"/>
                  </a:lnTo>
                  <a:lnTo>
                    <a:pt x="4682452" y="2570823"/>
                  </a:lnTo>
                  <a:lnTo>
                    <a:pt x="4684903" y="2563012"/>
                  </a:lnTo>
                  <a:lnTo>
                    <a:pt x="4694694" y="2552611"/>
                  </a:lnTo>
                  <a:lnTo>
                    <a:pt x="4701921" y="2549995"/>
                  </a:lnTo>
                  <a:lnTo>
                    <a:pt x="4720996" y="2549995"/>
                  </a:lnTo>
                  <a:lnTo>
                    <a:pt x="4728210" y="2552611"/>
                  </a:lnTo>
                  <a:lnTo>
                    <a:pt x="4733099" y="2557830"/>
                  </a:lnTo>
                  <a:lnTo>
                    <a:pt x="4738052" y="2563012"/>
                  </a:lnTo>
                  <a:lnTo>
                    <a:pt x="4740516" y="2520404"/>
                  </a:lnTo>
                  <a:lnTo>
                    <a:pt x="4711484" y="2515158"/>
                  </a:lnTo>
                  <a:lnTo>
                    <a:pt x="4696980" y="2516263"/>
                  </a:lnTo>
                  <a:lnTo>
                    <a:pt x="4654905" y="2542590"/>
                  </a:lnTo>
                  <a:lnTo>
                    <a:pt x="4644758" y="2580995"/>
                  </a:lnTo>
                  <a:lnTo>
                    <a:pt x="4644733" y="2624302"/>
                  </a:lnTo>
                  <a:lnTo>
                    <a:pt x="4645863" y="2638793"/>
                  </a:lnTo>
                  <a:lnTo>
                    <a:pt x="4672622" y="2680424"/>
                  </a:lnTo>
                  <a:lnTo>
                    <a:pt x="4711484" y="2690418"/>
                  </a:lnTo>
                  <a:lnTo>
                    <a:pt x="4725962" y="2689314"/>
                  </a:lnTo>
                  <a:lnTo>
                    <a:pt x="4767973" y="2662961"/>
                  </a:lnTo>
                  <a:lnTo>
                    <a:pt x="4778159" y="2624302"/>
                  </a:lnTo>
                  <a:lnTo>
                    <a:pt x="4778159" y="2580995"/>
                  </a:lnTo>
                  <a:close/>
                </a:path>
                <a:path w="4956810" h="2690495">
                  <a:moveTo>
                    <a:pt x="4956416" y="2579027"/>
                  </a:moveTo>
                  <a:lnTo>
                    <a:pt x="4947158" y="2542006"/>
                  </a:lnTo>
                  <a:lnTo>
                    <a:pt x="4909083" y="2516238"/>
                  </a:lnTo>
                  <a:lnTo>
                    <a:pt x="4896028" y="2515158"/>
                  </a:lnTo>
                  <a:lnTo>
                    <a:pt x="4879022" y="2517457"/>
                  </a:lnTo>
                  <a:lnTo>
                    <a:pt x="4866437" y="2524391"/>
                  </a:lnTo>
                  <a:lnTo>
                    <a:pt x="4858245" y="2535936"/>
                  </a:lnTo>
                  <a:lnTo>
                    <a:pt x="4854473" y="2552090"/>
                  </a:lnTo>
                  <a:lnTo>
                    <a:pt x="4854549" y="2551607"/>
                  </a:lnTo>
                  <a:lnTo>
                    <a:pt x="4860417" y="2518016"/>
                  </a:lnTo>
                  <a:lnTo>
                    <a:pt x="4823333" y="2518016"/>
                  </a:lnTo>
                  <a:lnTo>
                    <a:pt x="4823333" y="2687548"/>
                  </a:lnTo>
                  <a:lnTo>
                    <a:pt x="4860976" y="2687548"/>
                  </a:lnTo>
                  <a:lnTo>
                    <a:pt x="4861039" y="2570594"/>
                  </a:lnTo>
                  <a:lnTo>
                    <a:pt x="4863516" y="2562758"/>
                  </a:lnTo>
                  <a:lnTo>
                    <a:pt x="4873320" y="2552090"/>
                  </a:lnTo>
                  <a:lnTo>
                    <a:pt x="4873853" y="2551607"/>
                  </a:lnTo>
                  <a:lnTo>
                    <a:pt x="4880876" y="2548877"/>
                  </a:lnTo>
                  <a:lnTo>
                    <a:pt x="4899342" y="2548877"/>
                  </a:lnTo>
                  <a:lnTo>
                    <a:pt x="4906454" y="2551607"/>
                  </a:lnTo>
                  <a:lnTo>
                    <a:pt x="4911483" y="2557208"/>
                  </a:lnTo>
                  <a:lnTo>
                    <a:pt x="4916297" y="2562517"/>
                  </a:lnTo>
                  <a:lnTo>
                    <a:pt x="4916373" y="2562758"/>
                  </a:lnTo>
                  <a:lnTo>
                    <a:pt x="4918773" y="2570594"/>
                  </a:lnTo>
                  <a:lnTo>
                    <a:pt x="4918773" y="2594419"/>
                  </a:lnTo>
                  <a:lnTo>
                    <a:pt x="4956416" y="2594419"/>
                  </a:lnTo>
                  <a:lnTo>
                    <a:pt x="4956416" y="2579027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5506535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0"/>
                </a:lnTo>
                <a:lnTo>
                  <a:pt x="31920" y="802027"/>
                </a:lnTo>
                <a:lnTo>
                  <a:pt x="4175" y="763300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4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8"/>
                </a:lnTo>
                <a:lnTo>
                  <a:pt x="14503737" y="818290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2352" y="2050715"/>
            <a:ext cx="6216015" cy="297370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16025">
              <a:lnSpc>
                <a:spcPct val="100000"/>
              </a:lnSpc>
              <a:spcBef>
                <a:spcPts val="1265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endParaRPr sz="2250"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nlp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spacy.load(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"en_core_web_sm"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text =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"Albert Einstein was 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genius."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doc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nlp(text)</a:t>
            </a:r>
            <a:endParaRPr sz="2250">
              <a:latin typeface="Courier New"/>
              <a:cs typeface="Courier New"/>
            </a:endParaRPr>
          </a:p>
          <a:p>
            <a:pPr marL="12700" marR="520700">
              <a:lnSpc>
                <a:spcPct val="143300"/>
              </a:lnSpc>
              <a:tabLst>
                <a:tab pos="5170170" algn="l"/>
              </a:tabLst>
            </a:pP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([(ent.text,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ent.start_char,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ent.end_char,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ent.label_)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50" spc="-25" dirty="0">
                <a:solidFill>
                  <a:srgbClr val="04182D"/>
                </a:solidFill>
                <a:latin typeface="Courier New"/>
                <a:cs typeface="Courier New"/>
              </a:rPr>
              <a:t>ent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23577" y="4722733"/>
            <a:ext cx="307340" cy="231140"/>
          </a:xfrm>
          <a:custGeom>
            <a:avLst/>
            <a:gdLst/>
            <a:ahLst/>
            <a:cxnLst/>
            <a:rect l="l" t="t" r="r" b="b"/>
            <a:pathLst>
              <a:path w="307340" h="231139">
                <a:moveTo>
                  <a:pt x="81768" y="46248"/>
                </a:moveTo>
                <a:lnTo>
                  <a:pt x="61711" y="46248"/>
                </a:lnTo>
                <a:lnTo>
                  <a:pt x="55786" y="44172"/>
                </a:lnTo>
                <a:lnTo>
                  <a:pt x="51216" y="40021"/>
                </a:lnTo>
                <a:lnTo>
                  <a:pt x="46691" y="35823"/>
                </a:lnTo>
                <a:lnTo>
                  <a:pt x="44429" y="30272"/>
                </a:lnTo>
                <a:lnTo>
                  <a:pt x="44429" y="16512"/>
                </a:lnTo>
                <a:lnTo>
                  <a:pt x="46738" y="10914"/>
                </a:lnTo>
                <a:lnTo>
                  <a:pt x="55973" y="2192"/>
                </a:lnTo>
                <a:lnTo>
                  <a:pt x="61851" y="0"/>
                </a:lnTo>
                <a:lnTo>
                  <a:pt x="81861" y="0"/>
                </a:lnTo>
                <a:lnTo>
                  <a:pt x="87738" y="2192"/>
                </a:lnTo>
                <a:lnTo>
                  <a:pt x="96974" y="10914"/>
                </a:lnTo>
                <a:lnTo>
                  <a:pt x="99283" y="16512"/>
                </a:lnTo>
                <a:lnTo>
                  <a:pt x="99283" y="30272"/>
                </a:lnTo>
                <a:lnTo>
                  <a:pt x="96970" y="35823"/>
                </a:lnTo>
                <a:lnTo>
                  <a:pt x="87622" y="44172"/>
                </a:lnTo>
                <a:lnTo>
                  <a:pt x="81768" y="46248"/>
                </a:lnTo>
                <a:close/>
              </a:path>
              <a:path w="307340" h="231139">
                <a:moveTo>
                  <a:pt x="93546" y="195698"/>
                </a:moveTo>
                <a:lnTo>
                  <a:pt x="55833" y="195698"/>
                </a:lnTo>
                <a:lnTo>
                  <a:pt x="55833" y="96974"/>
                </a:lnTo>
                <a:lnTo>
                  <a:pt x="7136" y="96974"/>
                </a:lnTo>
                <a:lnTo>
                  <a:pt x="7136" y="61571"/>
                </a:lnTo>
                <a:lnTo>
                  <a:pt x="93546" y="61571"/>
                </a:lnTo>
                <a:lnTo>
                  <a:pt x="93546" y="195698"/>
                </a:lnTo>
                <a:close/>
              </a:path>
              <a:path w="307340" h="231139">
                <a:moveTo>
                  <a:pt x="146581" y="231101"/>
                </a:moveTo>
                <a:lnTo>
                  <a:pt x="0" y="231101"/>
                </a:lnTo>
                <a:lnTo>
                  <a:pt x="0" y="195698"/>
                </a:lnTo>
                <a:lnTo>
                  <a:pt x="146581" y="195698"/>
                </a:lnTo>
                <a:lnTo>
                  <a:pt x="146581" y="231101"/>
                </a:lnTo>
                <a:close/>
              </a:path>
              <a:path w="307340" h="231139">
                <a:moveTo>
                  <a:pt x="223816" y="97184"/>
                </a:moveTo>
                <a:lnTo>
                  <a:pt x="207435" y="97184"/>
                </a:lnTo>
                <a:lnTo>
                  <a:pt x="210997" y="74469"/>
                </a:lnTo>
                <a:lnTo>
                  <a:pt x="249264" y="58702"/>
                </a:lnTo>
                <a:lnTo>
                  <a:pt x="261757" y="59738"/>
                </a:lnTo>
                <a:lnTo>
                  <a:pt x="298201" y="84214"/>
                </a:lnTo>
                <a:lnTo>
                  <a:pt x="302133" y="92426"/>
                </a:lnTo>
                <a:lnTo>
                  <a:pt x="232682" y="92426"/>
                </a:lnTo>
                <a:lnTo>
                  <a:pt x="225615" y="95201"/>
                </a:lnTo>
                <a:lnTo>
                  <a:pt x="223816" y="97184"/>
                </a:lnTo>
                <a:close/>
              </a:path>
              <a:path w="307340" h="231139">
                <a:moveTo>
                  <a:pt x="213021" y="231101"/>
                </a:moveTo>
                <a:lnTo>
                  <a:pt x="175379" y="231101"/>
                </a:lnTo>
                <a:lnTo>
                  <a:pt x="175379" y="61571"/>
                </a:lnTo>
                <a:lnTo>
                  <a:pt x="213021" y="61571"/>
                </a:lnTo>
                <a:lnTo>
                  <a:pt x="211083" y="74227"/>
                </a:lnTo>
                <a:lnTo>
                  <a:pt x="210997" y="74469"/>
                </a:lnTo>
                <a:lnTo>
                  <a:pt x="207773" y="80829"/>
                </a:lnTo>
                <a:lnTo>
                  <a:pt x="206427" y="88477"/>
                </a:lnTo>
                <a:lnTo>
                  <a:pt x="207074" y="97184"/>
                </a:lnTo>
                <a:lnTo>
                  <a:pt x="223816" y="97184"/>
                </a:lnTo>
                <a:lnTo>
                  <a:pt x="215712" y="106113"/>
                </a:lnTo>
                <a:lnTo>
                  <a:pt x="213599" y="112483"/>
                </a:lnTo>
                <a:lnTo>
                  <a:pt x="213021" y="114326"/>
                </a:lnTo>
                <a:lnTo>
                  <a:pt x="213021" y="231101"/>
                </a:lnTo>
                <a:close/>
              </a:path>
              <a:path w="307340" h="231139">
                <a:moveTo>
                  <a:pt x="207435" y="97184"/>
                </a:moveTo>
                <a:lnTo>
                  <a:pt x="207074" y="97184"/>
                </a:lnTo>
                <a:lnTo>
                  <a:pt x="206427" y="88477"/>
                </a:lnTo>
                <a:lnTo>
                  <a:pt x="207773" y="80829"/>
                </a:lnTo>
                <a:lnTo>
                  <a:pt x="210997" y="74469"/>
                </a:lnTo>
                <a:lnTo>
                  <a:pt x="207435" y="97184"/>
                </a:lnTo>
                <a:close/>
              </a:path>
              <a:path w="307340" h="231139">
                <a:moveTo>
                  <a:pt x="307057" y="231101"/>
                </a:moveTo>
                <a:lnTo>
                  <a:pt x="269344" y="231101"/>
                </a:lnTo>
                <a:lnTo>
                  <a:pt x="269344" y="112483"/>
                </a:lnTo>
                <a:lnTo>
                  <a:pt x="266896" y="105207"/>
                </a:lnTo>
                <a:lnTo>
                  <a:pt x="261998" y="100122"/>
                </a:lnTo>
                <a:lnTo>
                  <a:pt x="257147" y="94992"/>
                </a:lnTo>
                <a:lnTo>
                  <a:pt x="250406" y="92426"/>
                </a:lnTo>
                <a:lnTo>
                  <a:pt x="302133" y="92426"/>
                </a:lnTo>
                <a:lnTo>
                  <a:pt x="303121" y="94490"/>
                </a:lnTo>
                <a:lnTo>
                  <a:pt x="306073" y="106113"/>
                </a:lnTo>
                <a:lnTo>
                  <a:pt x="307057" y="119084"/>
                </a:lnTo>
                <a:lnTo>
                  <a:pt x="307057" y="231101"/>
                </a:lnTo>
                <a:close/>
              </a:path>
            </a:pathLst>
          </a:custGeom>
          <a:solidFill>
            <a:srgbClr val="007B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03718" y="4654549"/>
            <a:ext cx="174498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doc.ents])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2352" y="5719009"/>
            <a:ext cx="724789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&gt;&gt;&gt; [('Albert Einstein', 0, 15, </a:t>
            </a: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'PERSON')]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40" dirty="0"/>
              <a:t>NER</a:t>
            </a:r>
            <a:r>
              <a:rPr spc="-165" dirty="0"/>
              <a:t> </a:t>
            </a:r>
            <a:r>
              <a:rPr spc="-150" dirty="0"/>
              <a:t>and</a:t>
            </a:r>
            <a:r>
              <a:rPr spc="-160" dirty="0"/>
              <a:t> </a:t>
            </a:r>
            <a:r>
              <a:rPr spc="-10" dirty="0"/>
              <a:t>spaCy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2640680"/>
            <a:ext cx="14575155" cy="2784475"/>
            <a:chOff x="491289" y="2640680"/>
            <a:chExt cx="14575155" cy="2784475"/>
          </a:xfrm>
        </p:grpSpPr>
        <p:sp>
          <p:nvSpPr>
            <p:cNvPr id="4" name="object 4"/>
            <p:cNvSpPr/>
            <p:nvPr/>
          </p:nvSpPr>
          <p:spPr>
            <a:xfrm>
              <a:off x="491289" y="2640680"/>
              <a:ext cx="14575155" cy="2784475"/>
            </a:xfrm>
            <a:custGeom>
              <a:avLst/>
              <a:gdLst/>
              <a:ahLst/>
              <a:cxnLst/>
              <a:rect l="l" t="t" r="r" b="b"/>
              <a:pathLst>
                <a:path w="14575155" h="2784475">
                  <a:moveTo>
                    <a:pt x="14498413" y="2783973"/>
                  </a:moveTo>
                  <a:lnTo>
                    <a:pt x="76505" y="2783973"/>
                  </a:lnTo>
                  <a:lnTo>
                    <a:pt x="71180" y="2783448"/>
                  </a:lnTo>
                  <a:lnTo>
                    <a:pt x="31920" y="2767186"/>
                  </a:lnTo>
                  <a:lnTo>
                    <a:pt x="4175" y="2728458"/>
                  </a:lnTo>
                  <a:lnTo>
                    <a:pt x="0" y="2707467"/>
                  </a:lnTo>
                  <a:lnTo>
                    <a:pt x="0" y="2702091"/>
                  </a:lnTo>
                  <a:lnTo>
                    <a:pt x="0" y="76505"/>
                  </a:lnTo>
                  <a:lnTo>
                    <a:pt x="16786" y="31919"/>
                  </a:lnTo>
                  <a:lnTo>
                    <a:pt x="55513" y="4174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2707467"/>
                  </a:lnTo>
                  <a:lnTo>
                    <a:pt x="14558132" y="2752052"/>
                  </a:lnTo>
                  <a:lnTo>
                    <a:pt x="14519404" y="2779797"/>
                  </a:lnTo>
                  <a:lnTo>
                    <a:pt x="14503737" y="2783448"/>
                  </a:lnTo>
                  <a:lnTo>
                    <a:pt x="14498413" y="2783973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8001" y="2921338"/>
              <a:ext cx="998219" cy="283210"/>
            </a:xfrm>
            <a:custGeom>
              <a:avLst/>
              <a:gdLst/>
              <a:ahLst/>
              <a:cxnLst/>
              <a:rect l="l" t="t" r="r" b="b"/>
              <a:pathLst>
                <a:path w="998219" h="283210">
                  <a:moveTo>
                    <a:pt x="81768" y="46248"/>
                  </a:moveTo>
                  <a:lnTo>
                    <a:pt x="61711" y="46248"/>
                  </a:lnTo>
                  <a:lnTo>
                    <a:pt x="55787" y="44172"/>
                  </a:lnTo>
                  <a:lnTo>
                    <a:pt x="51215" y="40021"/>
                  </a:lnTo>
                  <a:lnTo>
                    <a:pt x="46691" y="35823"/>
                  </a:lnTo>
                  <a:lnTo>
                    <a:pt x="44429" y="30272"/>
                  </a:lnTo>
                  <a:lnTo>
                    <a:pt x="44429" y="16512"/>
                  </a:lnTo>
                  <a:lnTo>
                    <a:pt x="46738" y="10914"/>
                  </a:lnTo>
                  <a:lnTo>
                    <a:pt x="55973" y="2192"/>
                  </a:lnTo>
                  <a:lnTo>
                    <a:pt x="61850" y="0"/>
                  </a:lnTo>
                  <a:lnTo>
                    <a:pt x="81861" y="0"/>
                  </a:lnTo>
                  <a:lnTo>
                    <a:pt x="87738" y="2192"/>
                  </a:lnTo>
                  <a:lnTo>
                    <a:pt x="96974" y="10914"/>
                  </a:lnTo>
                  <a:lnTo>
                    <a:pt x="99283" y="16512"/>
                  </a:lnTo>
                  <a:lnTo>
                    <a:pt x="99283" y="30272"/>
                  </a:lnTo>
                  <a:lnTo>
                    <a:pt x="96970" y="35823"/>
                  </a:lnTo>
                  <a:lnTo>
                    <a:pt x="87622" y="44172"/>
                  </a:lnTo>
                  <a:lnTo>
                    <a:pt x="81768" y="46248"/>
                  </a:lnTo>
                  <a:close/>
                </a:path>
                <a:path w="998219" h="283210">
                  <a:moveTo>
                    <a:pt x="93546" y="195698"/>
                  </a:moveTo>
                  <a:lnTo>
                    <a:pt x="55833" y="195698"/>
                  </a:lnTo>
                  <a:lnTo>
                    <a:pt x="55833" y="96974"/>
                  </a:lnTo>
                  <a:lnTo>
                    <a:pt x="7136" y="96974"/>
                  </a:lnTo>
                  <a:lnTo>
                    <a:pt x="7136" y="61571"/>
                  </a:lnTo>
                  <a:lnTo>
                    <a:pt x="93546" y="61571"/>
                  </a:lnTo>
                  <a:lnTo>
                    <a:pt x="93546" y="195698"/>
                  </a:lnTo>
                  <a:close/>
                </a:path>
                <a:path w="998219" h="283210">
                  <a:moveTo>
                    <a:pt x="146581" y="231101"/>
                  </a:moveTo>
                  <a:lnTo>
                    <a:pt x="0" y="231101"/>
                  </a:lnTo>
                  <a:lnTo>
                    <a:pt x="0" y="195698"/>
                  </a:lnTo>
                  <a:lnTo>
                    <a:pt x="146581" y="195698"/>
                  </a:lnTo>
                  <a:lnTo>
                    <a:pt x="146581" y="231101"/>
                  </a:lnTo>
                  <a:close/>
                </a:path>
                <a:path w="998219" h="283210">
                  <a:moveTo>
                    <a:pt x="249489" y="84800"/>
                  </a:moveTo>
                  <a:lnTo>
                    <a:pt x="198188" y="84800"/>
                  </a:lnTo>
                  <a:lnTo>
                    <a:pt x="201415" y="67236"/>
                  </a:lnTo>
                  <a:lnTo>
                    <a:pt x="208564" y="61011"/>
                  </a:lnTo>
                  <a:lnTo>
                    <a:pt x="208801" y="61011"/>
                  </a:lnTo>
                  <a:lnTo>
                    <a:pt x="215376" y="58702"/>
                  </a:lnTo>
                  <a:lnTo>
                    <a:pt x="231655" y="58702"/>
                  </a:lnTo>
                  <a:lnTo>
                    <a:pt x="238326" y="61011"/>
                  </a:lnTo>
                  <a:lnTo>
                    <a:pt x="243736" y="65629"/>
                  </a:lnTo>
                  <a:lnTo>
                    <a:pt x="249194" y="70200"/>
                  </a:lnTo>
                  <a:lnTo>
                    <a:pt x="249754" y="71768"/>
                  </a:lnTo>
                  <a:lnTo>
                    <a:pt x="248177" y="76660"/>
                  </a:lnTo>
                  <a:lnTo>
                    <a:pt x="248057" y="77033"/>
                  </a:lnTo>
                  <a:lnTo>
                    <a:pt x="248311" y="78765"/>
                  </a:lnTo>
                  <a:lnTo>
                    <a:pt x="249421" y="84450"/>
                  </a:lnTo>
                  <a:lnTo>
                    <a:pt x="249489" y="84800"/>
                  </a:lnTo>
                  <a:close/>
                </a:path>
                <a:path w="998219" h="283210">
                  <a:moveTo>
                    <a:pt x="310816" y="85010"/>
                  </a:moveTo>
                  <a:lnTo>
                    <a:pt x="250663" y="85010"/>
                  </a:lnTo>
                  <a:lnTo>
                    <a:pt x="251465" y="77033"/>
                  </a:lnTo>
                  <a:lnTo>
                    <a:pt x="251503" y="76660"/>
                  </a:lnTo>
                  <a:lnTo>
                    <a:pt x="249754" y="71768"/>
                  </a:lnTo>
                  <a:lnTo>
                    <a:pt x="250057" y="70830"/>
                  </a:lnTo>
                  <a:lnTo>
                    <a:pt x="260874" y="61571"/>
                  </a:lnTo>
                  <a:lnTo>
                    <a:pt x="261729" y="61011"/>
                  </a:lnTo>
                  <a:lnTo>
                    <a:pt x="268411" y="58702"/>
                  </a:lnTo>
                  <a:lnTo>
                    <a:pt x="276761" y="58702"/>
                  </a:lnTo>
                  <a:lnTo>
                    <a:pt x="310735" y="84800"/>
                  </a:lnTo>
                  <a:lnTo>
                    <a:pt x="310816" y="85010"/>
                  </a:lnTo>
                  <a:close/>
                </a:path>
                <a:path w="998219" h="283210">
                  <a:moveTo>
                    <a:pt x="203575" y="231101"/>
                  </a:moveTo>
                  <a:lnTo>
                    <a:pt x="167892" y="231101"/>
                  </a:lnTo>
                  <a:lnTo>
                    <a:pt x="167892" y="61571"/>
                  </a:lnTo>
                  <a:lnTo>
                    <a:pt x="202456" y="61571"/>
                  </a:lnTo>
                  <a:lnTo>
                    <a:pt x="201415" y="67236"/>
                  </a:lnTo>
                  <a:lnTo>
                    <a:pt x="197289" y="70830"/>
                  </a:lnTo>
                  <a:lnTo>
                    <a:pt x="196911" y="71768"/>
                  </a:lnTo>
                  <a:lnTo>
                    <a:pt x="195109" y="77033"/>
                  </a:lnTo>
                  <a:lnTo>
                    <a:pt x="196509" y="84450"/>
                  </a:lnTo>
                  <a:lnTo>
                    <a:pt x="198188" y="84800"/>
                  </a:lnTo>
                  <a:lnTo>
                    <a:pt x="249489" y="84800"/>
                  </a:lnTo>
                  <a:lnTo>
                    <a:pt x="249530" y="85010"/>
                  </a:lnTo>
                  <a:lnTo>
                    <a:pt x="310816" y="85010"/>
                  </a:lnTo>
                  <a:lnTo>
                    <a:pt x="311465" y="86689"/>
                  </a:lnTo>
                  <a:lnTo>
                    <a:pt x="312233" y="90397"/>
                  </a:lnTo>
                  <a:lnTo>
                    <a:pt x="210455" y="90397"/>
                  </a:lnTo>
                  <a:lnTo>
                    <a:pt x="207937" y="91517"/>
                  </a:lnTo>
                  <a:lnTo>
                    <a:pt x="204438" y="95948"/>
                  </a:lnTo>
                  <a:lnTo>
                    <a:pt x="203575" y="99633"/>
                  </a:lnTo>
                  <a:lnTo>
                    <a:pt x="203575" y="231101"/>
                  </a:lnTo>
                  <a:close/>
                </a:path>
                <a:path w="998219" h="283210">
                  <a:moveTo>
                    <a:pt x="198188" y="84800"/>
                  </a:moveTo>
                  <a:lnTo>
                    <a:pt x="196509" y="84450"/>
                  </a:lnTo>
                  <a:lnTo>
                    <a:pt x="195436" y="78765"/>
                  </a:lnTo>
                  <a:lnTo>
                    <a:pt x="195272" y="77033"/>
                  </a:lnTo>
                  <a:lnTo>
                    <a:pt x="195237" y="76660"/>
                  </a:lnTo>
                  <a:lnTo>
                    <a:pt x="196911" y="71768"/>
                  </a:lnTo>
                  <a:lnTo>
                    <a:pt x="197289" y="70830"/>
                  </a:lnTo>
                  <a:lnTo>
                    <a:pt x="201415" y="67236"/>
                  </a:lnTo>
                  <a:lnTo>
                    <a:pt x="198252" y="84450"/>
                  </a:lnTo>
                  <a:lnTo>
                    <a:pt x="198188" y="84800"/>
                  </a:lnTo>
                  <a:close/>
                </a:path>
                <a:path w="998219" h="283210">
                  <a:moveTo>
                    <a:pt x="250663" y="85010"/>
                  </a:moveTo>
                  <a:lnTo>
                    <a:pt x="249530" y="85010"/>
                  </a:lnTo>
                  <a:lnTo>
                    <a:pt x="248311" y="78765"/>
                  </a:lnTo>
                  <a:lnTo>
                    <a:pt x="248201" y="77033"/>
                  </a:lnTo>
                  <a:lnTo>
                    <a:pt x="248177" y="76660"/>
                  </a:lnTo>
                  <a:lnTo>
                    <a:pt x="249754" y="71768"/>
                  </a:lnTo>
                  <a:lnTo>
                    <a:pt x="251503" y="76660"/>
                  </a:lnTo>
                  <a:lnTo>
                    <a:pt x="250719" y="84450"/>
                  </a:lnTo>
                  <a:lnTo>
                    <a:pt x="250663" y="85010"/>
                  </a:lnTo>
                  <a:close/>
                </a:path>
                <a:path w="998219" h="283210">
                  <a:moveTo>
                    <a:pt x="257170" y="231101"/>
                  </a:moveTo>
                  <a:lnTo>
                    <a:pt x="224635" y="231101"/>
                  </a:lnTo>
                  <a:lnTo>
                    <a:pt x="224539" y="99633"/>
                  </a:lnTo>
                  <a:lnTo>
                    <a:pt x="223395" y="95948"/>
                  </a:lnTo>
                  <a:lnTo>
                    <a:pt x="219696" y="91517"/>
                  </a:lnTo>
                  <a:lnTo>
                    <a:pt x="217172" y="90397"/>
                  </a:lnTo>
                  <a:lnTo>
                    <a:pt x="264563" y="90397"/>
                  </a:lnTo>
                  <a:lnTo>
                    <a:pt x="262005" y="91517"/>
                  </a:lnTo>
                  <a:lnTo>
                    <a:pt x="258225" y="95948"/>
                  </a:lnTo>
                  <a:lnTo>
                    <a:pt x="257194" y="99633"/>
                  </a:lnTo>
                  <a:lnTo>
                    <a:pt x="257170" y="231101"/>
                  </a:lnTo>
                  <a:close/>
                </a:path>
                <a:path w="998219" h="283210">
                  <a:moveTo>
                    <a:pt x="313913" y="231101"/>
                  </a:moveTo>
                  <a:lnTo>
                    <a:pt x="278230" y="231101"/>
                  </a:lnTo>
                  <a:lnTo>
                    <a:pt x="278153" y="99633"/>
                  </a:lnTo>
                  <a:lnTo>
                    <a:pt x="277134" y="95948"/>
                  </a:lnTo>
                  <a:lnTo>
                    <a:pt x="273743" y="91517"/>
                  </a:lnTo>
                  <a:lnTo>
                    <a:pt x="271280" y="90397"/>
                  </a:lnTo>
                  <a:lnTo>
                    <a:pt x="312233" y="90397"/>
                  </a:lnTo>
                  <a:lnTo>
                    <a:pt x="313301" y="95557"/>
                  </a:lnTo>
                  <a:lnTo>
                    <a:pt x="313913" y="105370"/>
                  </a:lnTo>
                  <a:lnTo>
                    <a:pt x="313913" y="231101"/>
                  </a:lnTo>
                  <a:close/>
                </a:path>
                <a:path w="998219" h="283210">
                  <a:moveTo>
                    <a:pt x="396381" y="97184"/>
                  </a:moveTo>
                  <a:lnTo>
                    <a:pt x="379385" y="97184"/>
                  </a:lnTo>
                  <a:lnTo>
                    <a:pt x="382656" y="76334"/>
                  </a:lnTo>
                  <a:lnTo>
                    <a:pt x="422334" y="58702"/>
                  </a:lnTo>
                  <a:lnTo>
                    <a:pt x="434893" y="59804"/>
                  </a:lnTo>
                  <a:lnTo>
                    <a:pt x="470908" y="85871"/>
                  </a:lnTo>
                  <a:lnTo>
                    <a:pt x="474025" y="92986"/>
                  </a:lnTo>
                  <a:lnTo>
                    <a:pt x="404772" y="92986"/>
                  </a:lnTo>
                  <a:lnTo>
                    <a:pt x="398028" y="95621"/>
                  </a:lnTo>
                  <a:lnTo>
                    <a:pt x="396691" y="96852"/>
                  </a:lnTo>
                  <a:lnTo>
                    <a:pt x="396381" y="97184"/>
                  </a:lnTo>
                  <a:close/>
                </a:path>
                <a:path w="998219" h="283210">
                  <a:moveTo>
                    <a:pt x="384971" y="282667"/>
                  </a:moveTo>
                  <a:lnTo>
                    <a:pt x="347329" y="282667"/>
                  </a:lnTo>
                  <a:lnTo>
                    <a:pt x="347329" y="61571"/>
                  </a:lnTo>
                  <a:lnTo>
                    <a:pt x="384971" y="61571"/>
                  </a:lnTo>
                  <a:lnTo>
                    <a:pt x="382742" y="75783"/>
                  </a:lnTo>
                  <a:lnTo>
                    <a:pt x="379916" y="80969"/>
                  </a:lnTo>
                  <a:lnTo>
                    <a:pt x="378425" y="88565"/>
                  </a:lnTo>
                  <a:lnTo>
                    <a:pt x="378915" y="95621"/>
                  </a:lnTo>
                  <a:lnTo>
                    <a:pt x="379024" y="97184"/>
                  </a:lnTo>
                  <a:lnTo>
                    <a:pt x="396381" y="97184"/>
                  </a:lnTo>
                  <a:lnTo>
                    <a:pt x="387513" y="106699"/>
                  </a:lnTo>
                  <a:lnTo>
                    <a:pt x="385107" y="114139"/>
                  </a:lnTo>
                  <a:lnTo>
                    <a:pt x="385107" y="178532"/>
                  </a:lnTo>
                  <a:lnTo>
                    <a:pt x="387513" y="185996"/>
                  </a:lnTo>
                  <a:lnTo>
                    <a:pt x="392598" y="191500"/>
                  </a:lnTo>
                  <a:lnTo>
                    <a:pt x="396808" y="195978"/>
                  </a:lnTo>
                  <a:lnTo>
                    <a:pt x="378470" y="195978"/>
                  </a:lnTo>
                  <a:lnTo>
                    <a:pt x="378106" y="204352"/>
                  </a:lnTo>
                  <a:lnTo>
                    <a:pt x="379759" y="211703"/>
                  </a:lnTo>
                  <a:lnTo>
                    <a:pt x="382747" y="216977"/>
                  </a:lnTo>
                  <a:lnTo>
                    <a:pt x="384769" y="229562"/>
                  </a:lnTo>
                  <a:lnTo>
                    <a:pt x="384971" y="282667"/>
                  </a:lnTo>
                  <a:close/>
                </a:path>
                <a:path w="998219" h="283210">
                  <a:moveTo>
                    <a:pt x="379385" y="97184"/>
                  </a:moveTo>
                  <a:lnTo>
                    <a:pt x="379024" y="97184"/>
                  </a:lnTo>
                  <a:lnTo>
                    <a:pt x="378425" y="88565"/>
                  </a:lnTo>
                  <a:lnTo>
                    <a:pt x="379916" y="80969"/>
                  </a:lnTo>
                  <a:lnTo>
                    <a:pt x="382742" y="75783"/>
                  </a:lnTo>
                  <a:lnTo>
                    <a:pt x="379437" y="96852"/>
                  </a:lnTo>
                  <a:lnTo>
                    <a:pt x="379385" y="97184"/>
                  </a:lnTo>
                  <a:close/>
                </a:path>
                <a:path w="998219" h="283210">
                  <a:moveTo>
                    <a:pt x="474003" y="199686"/>
                  </a:moveTo>
                  <a:lnTo>
                    <a:pt x="422917" y="199686"/>
                  </a:lnTo>
                  <a:lnTo>
                    <a:pt x="429999" y="196957"/>
                  </a:lnTo>
                  <a:lnTo>
                    <a:pt x="439522" y="186509"/>
                  </a:lnTo>
                  <a:lnTo>
                    <a:pt x="441925" y="178532"/>
                  </a:lnTo>
                  <a:lnTo>
                    <a:pt x="441925" y="114139"/>
                  </a:lnTo>
                  <a:lnTo>
                    <a:pt x="439522" y="106163"/>
                  </a:lnTo>
                  <a:lnTo>
                    <a:pt x="429914" y="95621"/>
                  </a:lnTo>
                  <a:lnTo>
                    <a:pt x="422917" y="92986"/>
                  </a:lnTo>
                  <a:lnTo>
                    <a:pt x="474025" y="92986"/>
                  </a:lnTo>
                  <a:lnTo>
                    <a:pt x="475719" y="96852"/>
                  </a:lnTo>
                  <a:lnTo>
                    <a:pt x="478605" y="109275"/>
                  </a:lnTo>
                  <a:lnTo>
                    <a:pt x="479567" y="123142"/>
                  </a:lnTo>
                  <a:lnTo>
                    <a:pt x="479567" y="169250"/>
                  </a:lnTo>
                  <a:lnTo>
                    <a:pt x="478605" y="183239"/>
                  </a:lnTo>
                  <a:lnTo>
                    <a:pt x="475719" y="195750"/>
                  </a:lnTo>
                  <a:lnTo>
                    <a:pt x="474003" y="199686"/>
                  </a:lnTo>
                  <a:close/>
                </a:path>
                <a:path w="998219" h="283210">
                  <a:moveTo>
                    <a:pt x="382747" y="216977"/>
                  </a:moveTo>
                  <a:lnTo>
                    <a:pt x="379759" y="211703"/>
                  </a:lnTo>
                  <a:lnTo>
                    <a:pt x="378106" y="204352"/>
                  </a:lnTo>
                  <a:lnTo>
                    <a:pt x="378309" y="199686"/>
                  </a:lnTo>
                  <a:lnTo>
                    <a:pt x="378428" y="196957"/>
                  </a:lnTo>
                  <a:lnTo>
                    <a:pt x="378470" y="195978"/>
                  </a:lnTo>
                  <a:lnTo>
                    <a:pt x="379374" y="195978"/>
                  </a:lnTo>
                  <a:lnTo>
                    <a:pt x="382645" y="216338"/>
                  </a:lnTo>
                  <a:lnTo>
                    <a:pt x="382747" y="216977"/>
                  </a:lnTo>
                  <a:close/>
                </a:path>
                <a:path w="998219" h="283210">
                  <a:moveTo>
                    <a:pt x="422334" y="233970"/>
                  </a:moveTo>
                  <a:lnTo>
                    <a:pt x="383423" y="218170"/>
                  </a:lnTo>
                  <a:lnTo>
                    <a:pt x="379374" y="195978"/>
                  </a:lnTo>
                  <a:lnTo>
                    <a:pt x="396808" y="195978"/>
                  </a:lnTo>
                  <a:lnTo>
                    <a:pt x="397729" y="196957"/>
                  </a:lnTo>
                  <a:lnTo>
                    <a:pt x="404772" y="199686"/>
                  </a:lnTo>
                  <a:lnTo>
                    <a:pt x="474003" y="199686"/>
                  </a:lnTo>
                  <a:lnTo>
                    <a:pt x="470908" y="206783"/>
                  </a:lnTo>
                  <a:lnTo>
                    <a:pt x="464174" y="216338"/>
                  </a:lnTo>
                  <a:lnTo>
                    <a:pt x="455813" y="224052"/>
                  </a:lnTo>
                  <a:lnTo>
                    <a:pt x="446053" y="229562"/>
                  </a:lnTo>
                  <a:lnTo>
                    <a:pt x="434893" y="232868"/>
                  </a:lnTo>
                  <a:lnTo>
                    <a:pt x="422334" y="233970"/>
                  </a:lnTo>
                  <a:close/>
                </a:path>
                <a:path w="998219" h="283210">
                  <a:moveTo>
                    <a:pt x="584839" y="233970"/>
                  </a:moveTo>
                  <a:lnTo>
                    <a:pt x="545981" y="223973"/>
                  </a:lnTo>
                  <a:lnTo>
                    <a:pt x="519218" y="182338"/>
                  </a:lnTo>
                  <a:lnTo>
                    <a:pt x="518090" y="167851"/>
                  </a:lnTo>
                  <a:lnTo>
                    <a:pt x="518112" y="124541"/>
                  </a:lnTo>
                  <a:lnTo>
                    <a:pt x="528258" y="86142"/>
                  </a:lnTo>
                  <a:lnTo>
                    <a:pt x="570329" y="59813"/>
                  </a:lnTo>
                  <a:lnTo>
                    <a:pt x="584839" y="58702"/>
                  </a:lnTo>
                  <a:lnTo>
                    <a:pt x="599313" y="59813"/>
                  </a:lnTo>
                  <a:lnTo>
                    <a:pt x="641324" y="86142"/>
                  </a:lnTo>
                  <a:lnTo>
                    <a:pt x="645056" y="93546"/>
                  </a:lnTo>
                  <a:lnTo>
                    <a:pt x="575277" y="93546"/>
                  </a:lnTo>
                  <a:lnTo>
                    <a:pt x="568047" y="96158"/>
                  </a:lnTo>
                  <a:lnTo>
                    <a:pt x="558251" y="106559"/>
                  </a:lnTo>
                  <a:lnTo>
                    <a:pt x="555802" y="114372"/>
                  </a:lnTo>
                  <a:lnTo>
                    <a:pt x="555802" y="178299"/>
                  </a:lnTo>
                  <a:lnTo>
                    <a:pt x="558251" y="186136"/>
                  </a:lnTo>
                  <a:lnTo>
                    <a:pt x="568047" y="196537"/>
                  </a:lnTo>
                  <a:lnTo>
                    <a:pt x="575277" y="199126"/>
                  </a:lnTo>
                  <a:lnTo>
                    <a:pt x="645030" y="199126"/>
                  </a:lnTo>
                  <a:lnTo>
                    <a:pt x="641324" y="206512"/>
                  </a:lnTo>
                  <a:lnTo>
                    <a:pt x="633396" y="216198"/>
                  </a:lnTo>
                  <a:lnTo>
                    <a:pt x="623592" y="223973"/>
                  </a:lnTo>
                  <a:lnTo>
                    <a:pt x="612231" y="229527"/>
                  </a:lnTo>
                  <a:lnTo>
                    <a:pt x="599313" y="232859"/>
                  </a:lnTo>
                  <a:lnTo>
                    <a:pt x="584839" y="233970"/>
                  </a:lnTo>
                  <a:close/>
                </a:path>
                <a:path w="998219" h="283210">
                  <a:moveTo>
                    <a:pt x="645030" y="199126"/>
                  </a:moveTo>
                  <a:lnTo>
                    <a:pt x="594354" y="199126"/>
                  </a:lnTo>
                  <a:lnTo>
                    <a:pt x="601561" y="196537"/>
                  </a:lnTo>
                  <a:lnTo>
                    <a:pt x="611403" y="186136"/>
                  </a:lnTo>
                  <a:lnTo>
                    <a:pt x="613875" y="178299"/>
                  </a:lnTo>
                  <a:lnTo>
                    <a:pt x="613875" y="114372"/>
                  </a:lnTo>
                  <a:lnTo>
                    <a:pt x="611403" y="106559"/>
                  </a:lnTo>
                  <a:lnTo>
                    <a:pt x="606459" y="101382"/>
                  </a:lnTo>
                  <a:lnTo>
                    <a:pt x="601561" y="96158"/>
                  </a:lnTo>
                  <a:lnTo>
                    <a:pt x="594354" y="93546"/>
                  </a:lnTo>
                  <a:lnTo>
                    <a:pt x="645056" y="93546"/>
                  </a:lnTo>
                  <a:lnTo>
                    <a:pt x="646987" y="97376"/>
                  </a:lnTo>
                  <a:lnTo>
                    <a:pt x="650385" y="110176"/>
                  </a:lnTo>
                  <a:lnTo>
                    <a:pt x="651517" y="124541"/>
                  </a:lnTo>
                  <a:lnTo>
                    <a:pt x="651517" y="167851"/>
                  </a:lnTo>
                  <a:lnTo>
                    <a:pt x="650385" y="182338"/>
                  </a:lnTo>
                  <a:lnTo>
                    <a:pt x="646987" y="195225"/>
                  </a:lnTo>
                  <a:lnTo>
                    <a:pt x="645030" y="199126"/>
                  </a:lnTo>
                  <a:close/>
                </a:path>
                <a:path w="998219" h="283210">
                  <a:moveTo>
                    <a:pt x="746679" y="95645"/>
                  </a:moveTo>
                  <a:lnTo>
                    <a:pt x="727823" y="95645"/>
                  </a:lnTo>
                  <a:lnTo>
                    <a:pt x="731601" y="79482"/>
                  </a:lnTo>
                  <a:lnTo>
                    <a:pt x="739787" y="67938"/>
                  </a:lnTo>
                  <a:lnTo>
                    <a:pt x="752381" y="61011"/>
                  </a:lnTo>
                  <a:lnTo>
                    <a:pt x="769383" y="58702"/>
                  </a:lnTo>
                  <a:lnTo>
                    <a:pt x="782441" y="59791"/>
                  </a:lnTo>
                  <a:lnTo>
                    <a:pt x="820516" y="85561"/>
                  </a:lnTo>
                  <a:lnTo>
                    <a:pt x="823756" y="92426"/>
                  </a:lnTo>
                  <a:lnTo>
                    <a:pt x="754224" y="92426"/>
                  </a:lnTo>
                  <a:lnTo>
                    <a:pt x="747207" y="95155"/>
                  </a:lnTo>
                  <a:lnTo>
                    <a:pt x="746679" y="95645"/>
                  </a:lnTo>
                  <a:close/>
                </a:path>
                <a:path w="998219" h="283210">
                  <a:moveTo>
                    <a:pt x="734330" y="231101"/>
                  </a:moveTo>
                  <a:lnTo>
                    <a:pt x="696688" y="231101"/>
                  </a:lnTo>
                  <a:lnTo>
                    <a:pt x="696688" y="61571"/>
                  </a:lnTo>
                  <a:lnTo>
                    <a:pt x="733770" y="61571"/>
                  </a:lnTo>
                  <a:lnTo>
                    <a:pt x="727908" y="95155"/>
                  </a:lnTo>
                  <a:lnTo>
                    <a:pt x="727823" y="95645"/>
                  </a:lnTo>
                  <a:lnTo>
                    <a:pt x="746679" y="95645"/>
                  </a:lnTo>
                  <a:lnTo>
                    <a:pt x="736872" y="106303"/>
                  </a:lnTo>
                  <a:lnTo>
                    <a:pt x="734389" y="114139"/>
                  </a:lnTo>
                  <a:lnTo>
                    <a:pt x="734330" y="231101"/>
                  </a:lnTo>
                  <a:close/>
                </a:path>
                <a:path w="998219" h="283210">
                  <a:moveTo>
                    <a:pt x="829765" y="137975"/>
                  </a:moveTo>
                  <a:lnTo>
                    <a:pt x="792123" y="137975"/>
                  </a:lnTo>
                  <a:lnTo>
                    <a:pt x="792123" y="114139"/>
                  </a:lnTo>
                  <a:lnTo>
                    <a:pt x="789722" y="106303"/>
                  </a:lnTo>
                  <a:lnTo>
                    <a:pt x="789651" y="106070"/>
                  </a:lnTo>
                  <a:lnTo>
                    <a:pt x="779808" y="95155"/>
                  </a:lnTo>
                  <a:lnTo>
                    <a:pt x="772695" y="92426"/>
                  </a:lnTo>
                  <a:lnTo>
                    <a:pt x="823756" y="92426"/>
                  </a:lnTo>
                  <a:lnTo>
                    <a:pt x="825655" y="96449"/>
                  </a:lnTo>
                  <a:lnTo>
                    <a:pt x="828737" y="108790"/>
                  </a:lnTo>
                  <a:lnTo>
                    <a:pt x="829765" y="122582"/>
                  </a:lnTo>
                  <a:lnTo>
                    <a:pt x="829765" y="137975"/>
                  </a:lnTo>
                  <a:close/>
                </a:path>
                <a:path w="998219" h="283210">
                  <a:moveTo>
                    <a:pt x="934687" y="61571"/>
                  </a:moveTo>
                  <a:lnTo>
                    <a:pt x="896975" y="61571"/>
                  </a:lnTo>
                  <a:lnTo>
                    <a:pt x="896975" y="18611"/>
                  </a:lnTo>
                  <a:lnTo>
                    <a:pt x="934687" y="18611"/>
                  </a:lnTo>
                  <a:lnTo>
                    <a:pt x="934687" y="61571"/>
                  </a:lnTo>
                  <a:close/>
                </a:path>
                <a:path w="998219" h="283210">
                  <a:moveTo>
                    <a:pt x="997727" y="96974"/>
                  </a:moveTo>
                  <a:lnTo>
                    <a:pt x="852546" y="96974"/>
                  </a:lnTo>
                  <a:lnTo>
                    <a:pt x="852546" y="61571"/>
                  </a:lnTo>
                  <a:lnTo>
                    <a:pt x="997727" y="61571"/>
                  </a:lnTo>
                  <a:lnTo>
                    <a:pt x="997727" y="96974"/>
                  </a:lnTo>
                  <a:close/>
                </a:path>
                <a:path w="998219" h="283210">
                  <a:moveTo>
                    <a:pt x="994859" y="231101"/>
                  </a:moveTo>
                  <a:lnTo>
                    <a:pt x="945952" y="231101"/>
                  </a:lnTo>
                  <a:lnTo>
                    <a:pt x="935181" y="230314"/>
                  </a:lnTo>
                  <a:lnTo>
                    <a:pt x="900246" y="203481"/>
                  </a:lnTo>
                  <a:lnTo>
                    <a:pt x="896975" y="183593"/>
                  </a:lnTo>
                  <a:lnTo>
                    <a:pt x="896975" y="96974"/>
                  </a:lnTo>
                  <a:lnTo>
                    <a:pt x="934687" y="96974"/>
                  </a:lnTo>
                  <a:lnTo>
                    <a:pt x="934687" y="188118"/>
                  </a:lnTo>
                  <a:lnTo>
                    <a:pt x="935503" y="191266"/>
                  </a:lnTo>
                  <a:lnTo>
                    <a:pt x="938815" y="194812"/>
                  </a:lnTo>
                  <a:lnTo>
                    <a:pt x="941754" y="195698"/>
                  </a:lnTo>
                  <a:lnTo>
                    <a:pt x="994859" y="195698"/>
                  </a:lnTo>
                  <a:lnTo>
                    <a:pt x="994859" y="231101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5670298"/>
            <a:ext cx="14575155" cy="1310640"/>
          </a:xfrm>
          <a:custGeom>
            <a:avLst/>
            <a:gdLst/>
            <a:ahLst/>
            <a:cxnLst/>
            <a:rect l="l" t="t" r="r" b="b"/>
            <a:pathLst>
              <a:path w="14575155" h="1310640">
                <a:moveTo>
                  <a:pt x="14498413" y="1310104"/>
                </a:moveTo>
                <a:lnTo>
                  <a:pt x="76505" y="1310104"/>
                </a:lnTo>
                <a:lnTo>
                  <a:pt x="71180" y="1309579"/>
                </a:lnTo>
                <a:lnTo>
                  <a:pt x="31920" y="1293317"/>
                </a:lnTo>
                <a:lnTo>
                  <a:pt x="4175" y="1254589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2"/>
                </a:lnTo>
                <a:lnTo>
                  <a:pt x="14574918" y="76505"/>
                </a:lnTo>
                <a:lnTo>
                  <a:pt x="14574918" y="1233599"/>
                </a:lnTo>
                <a:lnTo>
                  <a:pt x="14558132" y="1278184"/>
                </a:lnTo>
                <a:lnTo>
                  <a:pt x="14519404" y="1305928"/>
                </a:lnTo>
                <a:lnTo>
                  <a:pt x="14503737" y="1309579"/>
                </a:lnTo>
                <a:lnTo>
                  <a:pt x="14498413" y="131010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822738" y="1207753"/>
            <a:ext cx="593725" cy="429895"/>
          </a:xfrm>
          <a:custGeom>
            <a:avLst/>
            <a:gdLst/>
            <a:ahLst/>
            <a:cxnLst/>
            <a:rect l="l" t="t" r="r" b="b"/>
            <a:pathLst>
              <a:path w="593725" h="429894">
                <a:moveTo>
                  <a:pt x="517135" y="429878"/>
                </a:moveTo>
                <a:lnTo>
                  <a:pt x="76504" y="429878"/>
                </a:lnTo>
                <a:lnTo>
                  <a:pt x="71179" y="429353"/>
                </a:lnTo>
                <a:lnTo>
                  <a:pt x="31920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517135" y="0"/>
                </a:lnTo>
                <a:lnTo>
                  <a:pt x="561720" y="16786"/>
                </a:lnTo>
                <a:lnTo>
                  <a:pt x="589464" y="55513"/>
                </a:lnTo>
                <a:lnTo>
                  <a:pt x="593640" y="76505"/>
                </a:lnTo>
                <a:lnTo>
                  <a:pt x="593640" y="353373"/>
                </a:lnTo>
                <a:lnTo>
                  <a:pt x="576853" y="397957"/>
                </a:lnTo>
                <a:lnTo>
                  <a:pt x="538126" y="425702"/>
                </a:lnTo>
                <a:lnTo>
                  <a:pt x="522461" y="429353"/>
                </a:lnTo>
                <a:lnTo>
                  <a:pt x="517135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7056" y="1174582"/>
            <a:ext cx="854011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011159" algn="l"/>
              </a:tabLst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We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also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65" dirty="0">
                <a:solidFill>
                  <a:srgbClr val="04182D"/>
                </a:solidFill>
                <a:latin typeface="Tahoma"/>
                <a:cs typeface="Tahoma"/>
              </a:rPr>
              <a:t>access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entity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types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65" dirty="0">
                <a:solidFill>
                  <a:srgbClr val="04182D"/>
                </a:solidFill>
                <a:latin typeface="Tahoma"/>
                <a:cs typeface="Tahoma"/>
              </a:rPr>
              <a:t>each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token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in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7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spc="-25" dirty="0">
                <a:solidFill>
                  <a:srgbClr val="04182D"/>
                </a:solidFill>
                <a:latin typeface="Courier New"/>
                <a:cs typeface="Courier New"/>
              </a:rPr>
              <a:t>Doc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9912" y="1174582"/>
            <a:ext cx="147701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container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2352" y="2705768"/>
            <a:ext cx="6216015" cy="248221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16025">
              <a:lnSpc>
                <a:spcPct val="100000"/>
              </a:lnSpc>
              <a:spcBef>
                <a:spcPts val="1265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endParaRPr sz="2250"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nlp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spacy.load(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"en_core_web_sm"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text =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"Albert Einstein was 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genius."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doc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nlp(text)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([(token.text,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token.ent_type_)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034072" y="4886502"/>
            <a:ext cx="2032000" cy="234315"/>
          </a:xfrm>
          <a:custGeom>
            <a:avLst/>
            <a:gdLst/>
            <a:ahLst/>
            <a:cxnLst/>
            <a:rect l="l" t="t" r="r" b="b"/>
            <a:pathLst>
              <a:path w="2032000" h="234314">
                <a:moveTo>
                  <a:pt x="147980" y="10007"/>
                </a:moveTo>
                <a:lnTo>
                  <a:pt x="93332" y="10007"/>
                </a:lnTo>
                <a:lnTo>
                  <a:pt x="83096" y="10769"/>
                </a:lnTo>
                <a:lnTo>
                  <a:pt x="49060" y="36728"/>
                </a:lnTo>
                <a:lnTo>
                  <a:pt x="45834" y="55486"/>
                </a:lnTo>
                <a:lnTo>
                  <a:pt x="45834" y="64719"/>
                </a:lnTo>
                <a:lnTo>
                  <a:pt x="0" y="64719"/>
                </a:lnTo>
                <a:lnTo>
                  <a:pt x="0" y="100126"/>
                </a:lnTo>
                <a:lnTo>
                  <a:pt x="45834" y="100126"/>
                </a:lnTo>
                <a:lnTo>
                  <a:pt x="45834" y="231101"/>
                </a:lnTo>
                <a:lnTo>
                  <a:pt x="83540" y="231101"/>
                </a:lnTo>
                <a:lnTo>
                  <a:pt x="83540" y="100126"/>
                </a:lnTo>
                <a:lnTo>
                  <a:pt x="147980" y="100126"/>
                </a:lnTo>
                <a:lnTo>
                  <a:pt x="147980" y="64719"/>
                </a:lnTo>
                <a:lnTo>
                  <a:pt x="83540" y="64719"/>
                </a:lnTo>
                <a:lnTo>
                  <a:pt x="83540" y="51892"/>
                </a:lnTo>
                <a:lnTo>
                  <a:pt x="84328" y="49441"/>
                </a:lnTo>
                <a:lnTo>
                  <a:pt x="87553" y="46228"/>
                </a:lnTo>
                <a:lnTo>
                  <a:pt x="90030" y="45402"/>
                </a:lnTo>
                <a:lnTo>
                  <a:pt x="147980" y="45402"/>
                </a:lnTo>
                <a:lnTo>
                  <a:pt x="147980" y="10007"/>
                </a:lnTo>
                <a:close/>
              </a:path>
              <a:path w="2032000" h="234314">
                <a:moveTo>
                  <a:pt x="313359" y="124536"/>
                </a:moveTo>
                <a:lnTo>
                  <a:pt x="312216" y="110172"/>
                </a:lnTo>
                <a:lnTo>
                  <a:pt x="308825" y="97370"/>
                </a:lnTo>
                <a:lnTo>
                  <a:pt x="306895" y="93548"/>
                </a:lnTo>
                <a:lnTo>
                  <a:pt x="303161" y="86144"/>
                </a:lnTo>
                <a:lnTo>
                  <a:pt x="295236" y="76479"/>
                </a:lnTo>
                <a:lnTo>
                  <a:pt x="285432" y="68694"/>
                </a:lnTo>
                <a:lnTo>
                  <a:pt x="275717" y="63957"/>
                </a:lnTo>
                <a:lnTo>
                  <a:pt x="275717" y="114376"/>
                </a:lnTo>
                <a:lnTo>
                  <a:pt x="275717" y="178295"/>
                </a:lnTo>
                <a:lnTo>
                  <a:pt x="273240" y="186131"/>
                </a:lnTo>
                <a:lnTo>
                  <a:pt x="263398" y="196532"/>
                </a:lnTo>
                <a:lnTo>
                  <a:pt x="256184" y="199123"/>
                </a:lnTo>
                <a:lnTo>
                  <a:pt x="237109" y="199123"/>
                </a:lnTo>
                <a:lnTo>
                  <a:pt x="229882" y="196532"/>
                </a:lnTo>
                <a:lnTo>
                  <a:pt x="220091" y="186131"/>
                </a:lnTo>
                <a:lnTo>
                  <a:pt x="217639" y="178295"/>
                </a:lnTo>
                <a:lnTo>
                  <a:pt x="217639" y="114376"/>
                </a:lnTo>
                <a:lnTo>
                  <a:pt x="220091" y="106565"/>
                </a:lnTo>
                <a:lnTo>
                  <a:pt x="229882" y="96164"/>
                </a:lnTo>
                <a:lnTo>
                  <a:pt x="237109" y="93548"/>
                </a:lnTo>
                <a:lnTo>
                  <a:pt x="256184" y="93548"/>
                </a:lnTo>
                <a:lnTo>
                  <a:pt x="263398" y="96164"/>
                </a:lnTo>
                <a:lnTo>
                  <a:pt x="268300" y="101384"/>
                </a:lnTo>
                <a:lnTo>
                  <a:pt x="273240" y="106565"/>
                </a:lnTo>
                <a:lnTo>
                  <a:pt x="275717" y="63957"/>
                </a:lnTo>
                <a:lnTo>
                  <a:pt x="246672" y="58699"/>
                </a:lnTo>
                <a:lnTo>
                  <a:pt x="232168" y="59817"/>
                </a:lnTo>
                <a:lnTo>
                  <a:pt x="190093" y="86144"/>
                </a:lnTo>
                <a:lnTo>
                  <a:pt x="179946" y="124536"/>
                </a:lnTo>
                <a:lnTo>
                  <a:pt x="179920" y="167855"/>
                </a:lnTo>
                <a:lnTo>
                  <a:pt x="181051" y="182333"/>
                </a:lnTo>
                <a:lnTo>
                  <a:pt x="207822" y="223977"/>
                </a:lnTo>
                <a:lnTo>
                  <a:pt x="246672" y="233972"/>
                </a:lnTo>
                <a:lnTo>
                  <a:pt x="261150" y="232854"/>
                </a:lnTo>
                <a:lnTo>
                  <a:pt x="303161" y="206514"/>
                </a:lnTo>
                <a:lnTo>
                  <a:pt x="313359" y="167855"/>
                </a:lnTo>
                <a:lnTo>
                  <a:pt x="313359" y="124536"/>
                </a:lnTo>
                <a:close/>
              </a:path>
              <a:path w="2032000" h="234314">
                <a:moveTo>
                  <a:pt x="491604" y="122580"/>
                </a:moveTo>
                <a:lnTo>
                  <a:pt x="490575" y="108788"/>
                </a:lnTo>
                <a:lnTo>
                  <a:pt x="487489" y="96443"/>
                </a:lnTo>
                <a:lnTo>
                  <a:pt x="485597" y="92430"/>
                </a:lnTo>
                <a:lnTo>
                  <a:pt x="482358" y="85559"/>
                </a:lnTo>
                <a:lnTo>
                  <a:pt x="444271" y="59791"/>
                </a:lnTo>
                <a:lnTo>
                  <a:pt x="431215" y="58699"/>
                </a:lnTo>
                <a:lnTo>
                  <a:pt x="414223" y="61010"/>
                </a:lnTo>
                <a:lnTo>
                  <a:pt x="401624" y="67932"/>
                </a:lnTo>
                <a:lnTo>
                  <a:pt x="393433" y="79476"/>
                </a:lnTo>
                <a:lnTo>
                  <a:pt x="389661" y="95643"/>
                </a:lnTo>
                <a:lnTo>
                  <a:pt x="389750" y="95161"/>
                </a:lnTo>
                <a:lnTo>
                  <a:pt x="395605" y="61569"/>
                </a:lnTo>
                <a:lnTo>
                  <a:pt x="358521" y="61569"/>
                </a:lnTo>
                <a:lnTo>
                  <a:pt x="358521" y="231101"/>
                </a:lnTo>
                <a:lnTo>
                  <a:pt x="396163" y="231101"/>
                </a:lnTo>
                <a:lnTo>
                  <a:pt x="396227" y="114134"/>
                </a:lnTo>
                <a:lnTo>
                  <a:pt x="398703" y="106299"/>
                </a:lnTo>
                <a:lnTo>
                  <a:pt x="408508" y="95643"/>
                </a:lnTo>
                <a:lnTo>
                  <a:pt x="409041" y="95161"/>
                </a:lnTo>
                <a:lnTo>
                  <a:pt x="416064" y="92430"/>
                </a:lnTo>
                <a:lnTo>
                  <a:pt x="434530" y="92430"/>
                </a:lnTo>
                <a:lnTo>
                  <a:pt x="441642" y="95161"/>
                </a:lnTo>
                <a:lnTo>
                  <a:pt x="446671" y="100749"/>
                </a:lnTo>
                <a:lnTo>
                  <a:pt x="451485" y="106070"/>
                </a:lnTo>
                <a:lnTo>
                  <a:pt x="451561" y="106299"/>
                </a:lnTo>
                <a:lnTo>
                  <a:pt x="453961" y="114134"/>
                </a:lnTo>
                <a:lnTo>
                  <a:pt x="453961" y="137972"/>
                </a:lnTo>
                <a:lnTo>
                  <a:pt x="491604" y="137972"/>
                </a:lnTo>
                <a:lnTo>
                  <a:pt x="491604" y="122580"/>
                </a:lnTo>
                <a:close/>
              </a:path>
              <a:path w="2032000" h="234314">
                <a:moveTo>
                  <a:pt x="1824215" y="16510"/>
                </a:moveTo>
                <a:lnTo>
                  <a:pt x="1821903" y="10909"/>
                </a:lnTo>
                <a:lnTo>
                  <a:pt x="1812671" y="2197"/>
                </a:lnTo>
                <a:lnTo>
                  <a:pt x="1806790" y="0"/>
                </a:lnTo>
                <a:lnTo>
                  <a:pt x="1786775" y="0"/>
                </a:lnTo>
                <a:lnTo>
                  <a:pt x="1780908" y="2197"/>
                </a:lnTo>
                <a:lnTo>
                  <a:pt x="1771662" y="10909"/>
                </a:lnTo>
                <a:lnTo>
                  <a:pt x="1769364" y="16510"/>
                </a:lnTo>
                <a:lnTo>
                  <a:pt x="1769364" y="30276"/>
                </a:lnTo>
                <a:lnTo>
                  <a:pt x="1771624" y="35826"/>
                </a:lnTo>
                <a:lnTo>
                  <a:pt x="1776145" y="40017"/>
                </a:lnTo>
                <a:lnTo>
                  <a:pt x="1780717" y="44170"/>
                </a:lnTo>
                <a:lnTo>
                  <a:pt x="1786636" y="46253"/>
                </a:lnTo>
                <a:lnTo>
                  <a:pt x="1806702" y="46253"/>
                </a:lnTo>
                <a:lnTo>
                  <a:pt x="1812556" y="44170"/>
                </a:lnTo>
                <a:lnTo>
                  <a:pt x="1821903" y="35826"/>
                </a:lnTo>
                <a:lnTo>
                  <a:pt x="1824215" y="30276"/>
                </a:lnTo>
                <a:lnTo>
                  <a:pt x="1824215" y="16510"/>
                </a:lnTo>
                <a:close/>
              </a:path>
              <a:path w="2032000" h="234314">
                <a:moveTo>
                  <a:pt x="1871510" y="195694"/>
                </a:moveTo>
                <a:lnTo>
                  <a:pt x="1818474" y="195694"/>
                </a:lnTo>
                <a:lnTo>
                  <a:pt x="1818474" y="61569"/>
                </a:lnTo>
                <a:lnTo>
                  <a:pt x="1732064" y="61569"/>
                </a:lnTo>
                <a:lnTo>
                  <a:pt x="1732064" y="96977"/>
                </a:lnTo>
                <a:lnTo>
                  <a:pt x="1780768" y="96977"/>
                </a:lnTo>
                <a:lnTo>
                  <a:pt x="1780768" y="195694"/>
                </a:lnTo>
                <a:lnTo>
                  <a:pt x="1724926" y="195694"/>
                </a:lnTo>
                <a:lnTo>
                  <a:pt x="1724926" y="231101"/>
                </a:lnTo>
                <a:lnTo>
                  <a:pt x="1871510" y="231101"/>
                </a:lnTo>
                <a:lnTo>
                  <a:pt x="1871510" y="195694"/>
                </a:lnTo>
                <a:close/>
              </a:path>
              <a:path w="2032000" h="234314">
                <a:moveTo>
                  <a:pt x="2031987" y="119087"/>
                </a:moveTo>
                <a:lnTo>
                  <a:pt x="2031009" y="106108"/>
                </a:lnTo>
                <a:lnTo>
                  <a:pt x="2028050" y="94488"/>
                </a:lnTo>
                <a:lnTo>
                  <a:pt x="2027059" y="92430"/>
                </a:lnTo>
                <a:lnTo>
                  <a:pt x="2023135" y="84213"/>
                </a:lnTo>
                <a:lnTo>
                  <a:pt x="1986686" y="59740"/>
                </a:lnTo>
                <a:lnTo>
                  <a:pt x="1974189" y="58699"/>
                </a:lnTo>
                <a:lnTo>
                  <a:pt x="1964613" y="59321"/>
                </a:lnTo>
                <a:lnTo>
                  <a:pt x="1955952" y="61201"/>
                </a:lnTo>
                <a:lnTo>
                  <a:pt x="1948205" y="64325"/>
                </a:lnTo>
                <a:lnTo>
                  <a:pt x="1941385" y="68707"/>
                </a:lnTo>
                <a:lnTo>
                  <a:pt x="1936013" y="74180"/>
                </a:lnTo>
                <a:lnTo>
                  <a:pt x="1937956" y="61569"/>
                </a:lnTo>
                <a:lnTo>
                  <a:pt x="1900313" y="61569"/>
                </a:lnTo>
                <a:lnTo>
                  <a:pt x="1900313" y="231101"/>
                </a:lnTo>
                <a:lnTo>
                  <a:pt x="1937956" y="231101"/>
                </a:lnTo>
                <a:lnTo>
                  <a:pt x="1937956" y="114325"/>
                </a:lnTo>
                <a:lnTo>
                  <a:pt x="1938528" y="112483"/>
                </a:lnTo>
                <a:lnTo>
                  <a:pt x="1940636" y="106108"/>
                </a:lnTo>
                <a:lnTo>
                  <a:pt x="1948751" y="97180"/>
                </a:lnTo>
                <a:lnTo>
                  <a:pt x="1950542" y="95199"/>
                </a:lnTo>
                <a:lnTo>
                  <a:pt x="1957616" y="92430"/>
                </a:lnTo>
                <a:lnTo>
                  <a:pt x="1975332" y="92430"/>
                </a:lnTo>
                <a:lnTo>
                  <a:pt x="1982076" y="94996"/>
                </a:lnTo>
                <a:lnTo>
                  <a:pt x="1986927" y="100126"/>
                </a:lnTo>
                <a:lnTo>
                  <a:pt x="1991829" y="105206"/>
                </a:lnTo>
                <a:lnTo>
                  <a:pt x="1994281" y="112483"/>
                </a:lnTo>
                <a:lnTo>
                  <a:pt x="1994281" y="231101"/>
                </a:lnTo>
                <a:lnTo>
                  <a:pt x="2031987" y="231101"/>
                </a:lnTo>
                <a:lnTo>
                  <a:pt x="2031987" y="119087"/>
                </a:lnTo>
                <a:close/>
              </a:path>
            </a:pathLst>
          </a:custGeom>
          <a:solidFill>
            <a:srgbClr val="007B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691715" y="4818312"/>
            <a:ext cx="88519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token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39149" y="4818312"/>
            <a:ext cx="88519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doc])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2352" y="5735386"/>
            <a:ext cx="8623300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&gt;&gt;&gt; [('Albert', 'PERSON'), ('Einstein', </a:t>
            </a: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'PERSON'), </a:t>
            </a: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('was', ''), ('genius', ''), ('.', </a:t>
            </a:r>
            <a:r>
              <a:rPr sz="2250" spc="-20" dirty="0">
                <a:solidFill>
                  <a:srgbClr val="FFFFFF"/>
                </a:solidFill>
                <a:latin typeface="Courier New"/>
                <a:cs typeface="Courier New"/>
              </a:rPr>
              <a:t>'')]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90" dirty="0"/>
              <a:t>displaCy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00697" y="2026568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4">
                <a:moveTo>
                  <a:pt x="86513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2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2"/>
                </a:lnTo>
                <a:lnTo>
                  <a:pt x="924851" y="397957"/>
                </a:lnTo>
                <a:lnTo>
                  <a:pt x="886124" y="425702"/>
                </a:lnTo>
                <a:lnTo>
                  <a:pt x="870457" y="429353"/>
                </a:lnTo>
                <a:lnTo>
                  <a:pt x="86513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97387" y="2517858"/>
            <a:ext cx="1453515" cy="429895"/>
          </a:xfrm>
          <a:custGeom>
            <a:avLst/>
            <a:gdLst/>
            <a:ahLst/>
            <a:cxnLst/>
            <a:rect l="l" t="t" r="r" b="b"/>
            <a:pathLst>
              <a:path w="1453514" h="429894">
                <a:moveTo>
                  <a:pt x="1376892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376892" y="0"/>
                </a:lnTo>
                <a:lnTo>
                  <a:pt x="1421477" y="16786"/>
                </a:lnTo>
                <a:lnTo>
                  <a:pt x="1449222" y="55513"/>
                </a:lnTo>
                <a:lnTo>
                  <a:pt x="1453398" y="76505"/>
                </a:lnTo>
                <a:lnTo>
                  <a:pt x="1453398" y="353373"/>
                </a:lnTo>
                <a:lnTo>
                  <a:pt x="1436611" y="397957"/>
                </a:lnTo>
                <a:lnTo>
                  <a:pt x="1397883" y="425702"/>
                </a:lnTo>
                <a:lnTo>
                  <a:pt x="1382217" y="429353"/>
                </a:lnTo>
                <a:lnTo>
                  <a:pt x="1376892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555749" y="3172910"/>
            <a:ext cx="1453515" cy="429895"/>
          </a:xfrm>
          <a:custGeom>
            <a:avLst/>
            <a:gdLst/>
            <a:ahLst/>
            <a:cxnLst/>
            <a:rect l="l" t="t" r="r" b="b"/>
            <a:pathLst>
              <a:path w="1453514" h="429895">
                <a:moveTo>
                  <a:pt x="1376892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1376892" y="0"/>
                </a:lnTo>
                <a:lnTo>
                  <a:pt x="1421477" y="16786"/>
                </a:lnTo>
                <a:lnTo>
                  <a:pt x="1449222" y="55513"/>
                </a:lnTo>
                <a:lnTo>
                  <a:pt x="1453398" y="76505"/>
                </a:lnTo>
                <a:lnTo>
                  <a:pt x="1453398" y="353372"/>
                </a:lnTo>
                <a:lnTo>
                  <a:pt x="1436611" y="397957"/>
                </a:lnTo>
                <a:lnTo>
                  <a:pt x="1397883" y="425702"/>
                </a:lnTo>
                <a:lnTo>
                  <a:pt x="1382217" y="429353"/>
                </a:lnTo>
                <a:lnTo>
                  <a:pt x="1376892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7056" y="1895140"/>
            <a:ext cx="6348095" cy="2154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77595" indent="81280">
              <a:lnSpc>
                <a:spcPct val="126400"/>
              </a:lnSpc>
              <a:spcBef>
                <a:spcPts val="95"/>
              </a:spcBef>
              <a:tabLst>
                <a:tab pos="1691005" algn="l"/>
              </a:tabLst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r>
              <a:rPr sz="2250" spc="37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equipped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with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modern </a:t>
            </a:r>
            <a:r>
              <a:rPr sz="2550" spc="35" dirty="0">
                <a:solidFill>
                  <a:srgbClr val="04182D"/>
                </a:solidFill>
                <a:latin typeface="Tahoma"/>
                <a:cs typeface="Tahoma"/>
              </a:rPr>
              <a:t>visualizer: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displaCy</a:t>
            </a:r>
            <a:endParaRPr sz="2250">
              <a:latin typeface="Courier New"/>
              <a:cs typeface="Courier New"/>
            </a:endParaRPr>
          </a:p>
          <a:p>
            <a:pPr marL="12700" marR="5080">
              <a:lnSpc>
                <a:spcPct val="126400"/>
              </a:lnSpc>
              <a:spcBef>
                <a:spcPts val="1290"/>
              </a:spcBef>
              <a:tabLst>
                <a:tab pos="750570" algn="l"/>
              </a:tabLst>
            </a:pP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displaCy</a:t>
            </a:r>
            <a:r>
              <a:rPr sz="2250" spc="3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entity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visualizer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highlights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named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entities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their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labels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2512" y="1166812"/>
            <a:ext cx="7123695" cy="376655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093574" y="1231899"/>
            <a:ext cx="6216015" cy="346456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16025">
              <a:lnSpc>
                <a:spcPct val="100000"/>
              </a:lnSpc>
              <a:spcBef>
                <a:spcPts val="1265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endParaRPr sz="2250">
              <a:latin typeface="Courier New"/>
              <a:cs typeface="Courier New"/>
            </a:endParaRPr>
          </a:p>
          <a:p>
            <a:pPr marL="871855">
              <a:lnSpc>
                <a:spcPct val="100000"/>
              </a:lnSpc>
              <a:spcBef>
                <a:spcPts val="1170"/>
              </a:spcBef>
              <a:tabLst>
                <a:tab pos="3107055" algn="l"/>
              </a:tabLst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displacy</a:t>
            </a:r>
            <a:endParaRPr sz="22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250"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  <a:spcBef>
                <a:spcPts val="5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text =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"Albert Einstein was 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genius."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nlp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spacy.load(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"en_core_web_sm"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doc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nlp(text)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displacy.serve(doc,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 style=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"ent"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5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42512" y="5179009"/>
            <a:ext cx="6845116" cy="984123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5" dirty="0"/>
              <a:t>NATURAL</a:t>
            </a:r>
            <a:r>
              <a:rPr spc="-6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70" dirty="0"/>
              <a:t>PROCESSING</a:t>
            </a:r>
            <a:r>
              <a:rPr spc="-35" dirty="0"/>
              <a:t> </a:t>
            </a:r>
            <a:r>
              <a:rPr spc="-195" dirty="0"/>
              <a:t>WITH</a:t>
            </a:r>
            <a:r>
              <a:rPr spc="-5" dirty="0"/>
              <a:t> </a:t>
            </a:r>
            <a:r>
              <a:rPr spc="-10" dirty="0"/>
              <a:t>SPACY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BB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1518</Words>
  <Application>Microsoft Office PowerPoint</Application>
  <PresentationFormat>Custom</PresentationFormat>
  <Paragraphs>242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Courier New</vt:lpstr>
      <vt:lpstr>Tahoma</vt:lpstr>
      <vt:lpstr>Times New Roman</vt:lpstr>
      <vt:lpstr>Office Theme</vt:lpstr>
      <vt:lpstr>PowerPoint Presentation</vt:lpstr>
      <vt:lpstr>Natural Language Processing (NLP)</vt:lpstr>
      <vt:lpstr>NLP use cases</vt:lpstr>
      <vt:lpstr>NLP use cases</vt:lpstr>
      <vt:lpstr>PowerPoint Presentation</vt:lpstr>
      <vt:lpstr>Introduction to spaCy</vt:lpstr>
      <vt:lpstr>Install and import spaCy</vt:lpstr>
      <vt:lpstr>Read and process text with spaCy</vt:lpstr>
      <vt:lpstr>spaCy in action</vt:lpstr>
      <vt:lpstr>Let's practice! N AT U R A L L A N G U AG E P R O C E S S I N G W I T H S PAC Y</vt:lpstr>
      <vt:lpstr>PowerPoint Presentation</vt:lpstr>
      <vt:lpstr>spaCy NLP pipeline</vt:lpstr>
      <vt:lpstr>spaCy NLP pipeline</vt:lpstr>
      <vt:lpstr>Container objects in spaCy</vt:lpstr>
      <vt:lpstr>Pipeline components The spaCy language processing pipeline always depends on the loaded model and its capabilities.</vt:lpstr>
      <vt:lpstr>Pipeline components</vt:lpstr>
      <vt:lpstr>Tokenization</vt:lpstr>
      <vt:lpstr>Sentence segmentation</vt:lpstr>
      <vt:lpstr>Lemmatization A lemma is a the base form of a token The lemma of eats and ate is eat Improves accuracy of language models</vt:lpstr>
      <vt:lpstr>Let's practice! N AT U R A L L A N G U AG E P R O C E S S I N G W I T H S PAC Y</vt:lpstr>
      <vt:lpstr>PowerPoint Presentation</vt:lpstr>
      <vt:lpstr>POS tagging</vt:lpstr>
      <vt:lpstr>POS tagging with spaCy</vt:lpstr>
      <vt:lpstr>POS tagging with spaCy</vt:lpstr>
      <vt:lpstr>Named entity recognition</vt:lpstr>
      <vt:lpstr>NER and spaCy</vt:lpstr>
      <vt:lpstr>NER and spaCy</vt:lpstr>
      <vt:lpstr>NER and spaCy</vt:lpstr>
      <vt:lpstr>displaCy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Muhammad waseem</cp:lastModifiedBy>
  <cp:revision>2</cp:revision>
  <dcterms:created xsi:type="dcterms:W3CDTF">2025-10-16T18:30:22Z</dcterms:created>
  <dcterms:modified xsi:type="dcterms:W3CDTF">2025-10-16T18:45:17Z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2025-07-10T00:00:00Z</vt:filetime>
  </property>
  <property fmtid="{D5CDD505-2E9C-101B-9397-08002B2CF9AE}" pid="3" name="Creator">
    <vt:lpwstr>Chromium</vt:lpwstr>
  </property>
  <property fmtid="{D5CDD505-2E9C-101B-9397-08002B2CF9AE}" pid="4" name="LastSaved">
    <vt:filetime>2025-10-16T00:00:00Z</vt:filetime>
  </property>
  <property fmtid="{D5CDD505-2E9C-101B-9397-08002B2CF9AE}" pid="5" name="Producer">
    <vt:lpwstr>Skia/PDF m90</vt:lpwstr>
  </property>
</Properties>
</file>